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92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201" autoAdjust="0"/>
  </p:normalViewPr>
  <p:slideViewPr>
    <p:cSldViewPr snapToGrid="0">
      <p:cViewPr varScale="1">
        <p:scale>
          <a:sx n="109" d="100"/>
          <a:sy n="109" d="100"/>
        </p:scale>
        <p:origin x="108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34F7F-3174-48FC-9D75-CA8E14A17FE8}" type="datetimeFigureOut">
              <a:rPr lang="fr-FR" smtClean="0"/>
              <a:t>25/10/2026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23D00-863D-4C9F-93C9-004CB0B62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3457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F0755E-B867-C343-39D2-1C5E8828A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36FAD9-A187-861C-99C6-2CE30B571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F35EBF-CA44-B41C-4ED6-35247DF7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78457" y="6496813"/>
            <a:ext cx="1635086" cy="232990"/>
          </a:xfrm>
        </p:spPr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C9DB8D-E7B3-2D89-EB56-C6BD9213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AA9E25-4AB7-5195-7669-C923D7E6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F71FFE3-E7A5-8F09-3550-047E7286D583}"/>
              </a:ext>
            </a:extLst>
          </p:cNvPr>
          <p:cNvCxnSpPr/>
          <p:nvPr userDrawn="1"/>
        </p:nvCxnSpPr>
        <p:spPr>
          <a:xfrm>
            <a:off x="254766" y="6411818"/>
            <a:ext cx="1146855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680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8A2D95-0F8E-B81B-0AFC-740B5FDF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2D800C-5A57-51DD-3387-52FE8C6C7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D05522-6FB8-092E-87FD-D0617FF2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2A6CC4-8A96-C537-4ABE-006FE09D1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B86697-D808-C0B9-B2A8-958B75348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169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25396-BFBD-28B7-61E8-8D560BA9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7507DC-3DA3-3EFF-12BB-DE04D0432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2A807E-F66A-A264-0B97-547097DD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A16A6B-E969-57D6-F050-17BAABB9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BECC7C-23A2-5F4E-EDB4-21831CD0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85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6E844-00BF-674E-0427-CE0D3296E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32E671-7409-E8CC-E6F0-F3E25A3C8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4DE712-3CBE-A5A3-AFB2-7CC434103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5EFF77-C452-AF57-676D-82ABE6F88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67BFFB-D04E-20F9-0258-27C07245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2AEBDA-7716-2E7E-F217-EB0F27FE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8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8DCF72-CA3C-C916-C591-40F9A939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413CF4-5E40-5980-FBDC-42D5A9ACD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2688F4-6351-1840-7DCB-FC67DB4E3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25275F-C79F-10A7-FCC3-51F79ED1A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9273724-96CE-0F8E-440D-35EAA33A7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E095DF7-470B-D711-3B13-E94254DA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479D6E6-1E6A-5979-8560-C3696F66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1C46D28-1308-419B-891D-89F0414B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4343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3B67F-B400-25BE-CE0A-B68D2B7DD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0683CFD-385B-99C8-A580-5224F70F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DD7931-DEB5-4E7F-4D98-ED4A6771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564DF6-A942-55A0-233A-E5C81E7DF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53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0C929BA-208E-5628-A5CE-673E3D5D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7A4C76-733A-2004-891B-4DE32FE4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ECFBB8-3F42-F9FD-245C-74CBFC328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291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2AAFB-D77B-DD59-B7B5-7F8A7E7C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6C109A-D984-CB3D-B064-9003E0F4D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90909-F197-C089-D223-3469362E8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C52E1A-5675-8EC6-312A-8D0AF440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A3E661-D13A-99B8-0E2E-0898BDBB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7C1A38-CF05-0BFD-8E5D-58A23C21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01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88792C-241C-CE70-AD73-27F444FDA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D77DA39-7F48-0E77-CE2F-9E1F08D93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2BBFA9-F6E0-3D8E-EF2B-F88A2BD1C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008B18-F308-E7D5-2F82-0C7E2AF8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B929D2-DC85-76C2-158F-61FD553F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85B979-E527-614C-8951-5C064CCE2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87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796F6F-0025-575E-A9CB-E799C619E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CD566F-E043-DAFC-AA3B-E1A1ECE7D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7A22AB-0489-D92A-69CB-1675DFDB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8E35FA-4010-BC87-3FC4-A3FDCE8A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D26AF3-925E-8FB6-E220-3EF318C1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96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83CC5F5-B6D8-43D1-FA27-5D96829D01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C4B6D2-8587-D6F5-DE9D-D7C76F087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C30C1B-AA2F-5AC5-121A-79FC09DB5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6269E5-2F70-2FB9-0996-CDB20FC0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3A3281-CEFA-54DB-A9D9-75870739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98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18E9732-5355-6FBA-1D7F-39B78651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322F25-A0F2-ACA2-0CBC-1E0F67B3F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116A57-FEBE-8136-99CE-FDDE2E6D1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78457" y="6492874"/>
            <a:ext cx="1635086" cy="232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 dirty="0"/>
              <a:t>Introduction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D0C982-DD7D-33B3-FBEF-EA1BDA032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697" y="6492875"/>
            <a:ext cx="1635086" cy="232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 dirty="0"/>
              <a:t>FM Abattage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68FB09-D7BC-3EA0-A789-0A74F49EE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7797" y="6492874"/>
            <a:ext cx="711506" cy="232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C6D25F-D9FE-4322-A404-46B310A58207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9D3E572-4736-1768-9D51-1E66CDEE901B}"/>
              </a:ext>
            </a:extLst>
          </p:cNvPr>
          <p:cNvCxnSpPr/>
          <p:nvPr userDrawn="1"/>
        </p:nvCxnSpPr>
        <p:spPr>
          <a:xfrm>
            <a:off x="254766" y="6411818"/>
            <a:ext cx="1146855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7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61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image" Target="../media/image28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image" Target="../media/image8.png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image" Target="../media/image110.png"/><Relationship Id="rId16" Type="http://schemas.openxmlformats.org/officeDocument/2006/relationships/image" Target="../media/image124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19" Type="http://schemas.openxmlformats.org/officeDocument/2006/relationships/image" Target="../media/image52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image" Target="../media/image8.png"/><Relationship Id="rId16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3" Type="http://schemas.openxmlformats.org/officeDocument/2006/relationships/image" Target="../media/image143.png"/><Relationship Id="rId21" Type="http://schemas.openxmlformats.org/officeDocument/2006/relationships/image" Target="../media/image161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" Type="http://schemas.openxmlformats.org/officeDocument/2006/relationships/image" Target="../media/image8.png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24" Type="http://schemas.openxmlformats.org/officeDocument/2006/relationships/image" Target="../media/image164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Relationship Id="rId22" Type="http://schemas.openxmlformats.org/officeDocument/2006/relationships/image" Target="../media/image1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18" Type="http://schemas.openxmlformats.org/officeDocument/2006/relationships/image" Target="../media/image180.png"/><Relationship Id="rId3" Type="http://schemas.openxmlformats.org/officeDocument/2006/relationships/image" Target="../media/image165.png"/><Relationship Id="rId21" Type="http://schemas.openxmlformats.org/officeDocument/2006/relationships/image" Target="../media/image183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17" Type="http://schemas.openxmlformats.org/officeDocument/2006/relationships/image" Target="../media/image179.png"/><Relationship Id="rId2" Type="http://schemas.openxmlformats.org/officeDocument/2006/relationships/image" Target="../media/image8.png"/><Relationship Id="rId16" Type="http://schemas.openxmlformats.org/officeDocument/2006/relationships/image" Target="../media/image178.png"/><Relationship Id="rId20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24" Type="http://schemas.openxmlformats.org/officeDocument/2006/relationships/image" Target="../media/image186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23" Type="http://schemas.openxmlformats.org/officeDocument/2006/relationships/image" Target="../media/image185.png"/><Relationship Id="rId10" Type="http://schemas.openxmlformats.org/officeDocument/2006/relationships/image" Target="../media/image172.png"/><Relationship Id="rId19" Type="http://schemas.openxmlformats.org/officeDocument/2006/relationships/image" Target="../media/image181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Relationship Id="rId22" Type="http://schemas.openxmlformats.org/officeDocument/2006/relationships/image" Target="../media/image18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7.png"/><Relationship Id="rId18" Type="http://schemas.openxmlformats.org/officeDocument/2006/relationships/image" Target="../media/image202.png"/><Relationship Id="rId3" Type="http://schemas.openxmlformats.org/officeDocument/2006/relationships/image" Target="../media/image187.png"/><Relationship Id="rId21" Type="http://schemas.openxmlformats.org/officeDocument/2006/relationships/image" Target="../media/image205.png"/><Relationship Id="rId7" Type="http://schemas.openxmlformats.org/officeDocument/2006/relationships/image" Target="../media/image191.png"/><Relationship Id="rId12" Type="http://schemas.openxmlformats.org/officeDocument/2006/relationships/image" Target="../media/image196.png"/><Relationship Id="rId17" Type="http://schemas.openxmlformats.org/officeDocument/2006/relationships/image" Target="../media/image201.png"/><Relationship Id="rId2" Type="http://schemas.openxmlformats.org/officeDocument/2006/relationships/image" Target="../media/image8.png"/><Relationship Id="rId16" Type="http://schemas.openxmlformats.org/officeDocument/2006/relationships/image" Target="../media/image200.png"/><Relationship Id="rId20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png"/><Relationship Id="rId11" Type="http://schemas.openxmlformats.org/officeDocument/2006/relationships/image" Target="../media/image195.png"/><Relationship Id="rId5" Type="http://schemas.openxmlformats.org/officeDocument/2006/relationships/image" Target="../media/image189.png"/><Relationship Id="rId15" Type="http://schemas.openxmlformats.org/officeDocument/2006/relationships/image" Target="../media/image199.png"/><Relationship Id="rId10" Type="http://schemas.openxmlformats.org/officeDocument/2006/relationships/image" Target="../media/image194.png"/><Relationship Id="rId19" Type="http://schemas.openxmlformats.org/officeDocument/2006/relationships/image" Target="../media/image203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Relationship Id="rId14" Type="http://schemas.openxmlformats.org/officeDocument/2006/relationships/image" Target="../media/image19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206.png"/><Relationship Id="rId7" Type="http://schemas.openxmlformats.org/officeDocument/2006/relationships/image" Target="../media/image210.png"/><Relationship Id="rId12" Type="http://schemas.openxmlformats.org/officeDocument/2006/relationships/image" Target="../media/image2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9.png"/><Relationship Id="rId11" Type="http://schemas.openxmlformats.org/officeDocument/2006/relationships/image" Target="../media/image214.png"/><Relationship Id="rId5" Type="http://schemas.openxmlformats.org/officeDocument/2006/relationships/image" Target="../media/image208.png"/><Relationship Id="rId10" Type="http://schemas.openxmlformats.org/officeDocument/2006/relationships/image" Target="../media/image213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52.png"/><Relationship Id="rId3" Type="http://schemas.openxmlformats.org/officeDocument/2006/relationships/image" Target="../media/image216.png"/><Relationship Id="rId7" Type="http://schemas.openxmlformats.org/officeDocument/2006/relationships/image" Target="../media/image100.png"/><Relationship Id="rId12" Type="http://schemas.openxmlformats.org/officeDocument/2006/relationships/image" Target="../media/image2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11" Type="http://schemas.openxmlformats.org/officeDocument/2006/relationships/image" Target="../media/image222.png"/><Relationship Id="rId5" Type="http://schemas.openxmlformats.org/officeDocument/2006/relationships/image" Target="../media/image218.png"/><Relationship Id="rId10" Type="http://schemas.openxmlformats.org/officeDocument/2006/relationships/image" Target="../media/image221.png"/><Relationship Id="rId4" Type="http://schemas.openxmlformats.org/officeDocument/2006/relationships/image" Target="../media/image217.png"/><Relationship Id="rId9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36.png"/><Relationship Id="rId3" Type="http://schemas.openxmlformats.org/officeDocument/2006/relationships/image" Target="../media/image226.png"/><Relationship Id="rId7" Type="http://schemas.openxmlformats.org/officeDocument/2006/relationships/image" Target="../media/image230.png"/><Relationship Id="rId12" Type="http://schemas.openxmlformats.org/officeDocument/2006/relationships/image" Target="../media/image2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9.png"/><Relationship Id="rId11" Type="http://schemas.openxmlformats.org/officeDocument/2006/relationships/image" Target="../media/image234.png"/><Relationship Id="rId5" Type="http://schemas.openxmlformats.org/officeDocument/2006/relationships/image" Target="../media/image228.png"/><Relationship Id="rId15" Type="http://schemas.openxmlformats.org/officeDocument/2006/relationships/image" Target="../media/image238.png"/><Relationship Id="rId10" Type="http://schemas.openxmlformats.org/officeDocument/2006/relationships/image" Target="../media/image233.png"/><Relationship Id="rId4" Type="http://schemas.openxmlformats.org/officeDocument/2006/relationships/image" Target="../media/image227.png"/><Relationship Id="rId9" Type="http://schemas.openxmlformats.org/officeDocument/2006/relationships/image" Target="../media/image232.png"/><Relationship Id="rId14" Type="http://schemas.openxmlformats.org/officeDocument/2006/relationships/image" Target="../media/image2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3" Type="http://schemas.openxmlformats.org/officeDocument/2006/relationships/image" Target="../media/image239.png"/><Relationship Id="rId7" Type="http://schemas.openxmlformats.org/officeDocument/2006/relationships/image" Target="../media/image24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255.png"/><Relationship Id="rId3" Type="http://schemas.openxmlformats.org/officeDocument/2006/relationships/image" Target="../media/image245.png"/><Relationship Id="rId7" Type="http://schemas.openxmlformats.org/officeDocument/2006/relationships/image" Target="../media/image249.png"/><Relationship Id="rId12" Type="http://schemas.openxmlformats.org/officeDocument/2006/relationships/image" Target="../media/image254.png"/><Relationship Id="rId17" Type="http://schemas.openxmlformats.org/officeDocument/2006/relationships/image" Target="../media/image259.png"/><Relationship Id="rId2" Type="http://schemas.openxmlformats.org/officeDocument/2006/relationships/image" Target="../media/image28.png"/><Relationship Id="rId16" Type="http://schemas.openxmlformats.org/officeDocument/2006/relationships/image" Target="../media/image2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8.png"/><Relationship Id="rId11" Type="http://schemas.openxmlformats.org/officeDocument/2006/relationships/image" Target="../media/image253.png"/><Relationship Id="rId5" Type="http://schemas.openxmlformats.org/officeDocument/2006/relationships/image" Target="../media/image247.png"/><Relationship Id="rId15" Type="http://schemas.openxmlformats.org/officeDocument/2006/relationships/image" Target="../media/image257.png"/><Relationship Id="rId10" Type="http://schemas.openxmlformats.org/officeDocument/2006/relationships/image" Target="../media/image252.png"/><Relationship Id="rId4" Type="http://schemas.openxmlformats.org/officeDocument/2006/relationships/image" Target="../media/image246.png"/><Relationship Id="rId9" Type="http://schemas.openxmlformats.org/officeDocument/2006/relationships/image" Target="../media/image251.png"/><Relationship Id="rId14" Type="http://schemas.openxmlformats.org/officeDocument/2006/relationships/image" Target="../media/image2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image" Target="../media/image270.png"/><Relationship Id="rId18" Type="http://schemas.openxmlformats.org/officeDocument/2006/relationships/image" Target="../media/image275.png"/><Relationship Id="rId3" Type="http://schemas.openxmlformats.org/officeDocument/2006/relationships/image" Target="../media/image260.png"/><Relationship Id="rId21" Type="http://schemas.openxmlformats.org/officeDocument/2006/relationships/image" Target="../media/image276.png"/><Relationship Id="rId7" Type="http://schemas.openxmlformats.org/officeDocument/2006/relationships/image" Target="../media/image264.png"/><Relationship Id="rId12" Type="http://schemas.openxmlformats.org/officeDocument/2006/relationships/image" Target="../media/image269.png"/><Relationship Id="rId17" Type="http://schemas.openxmlformats.org/officeDocument/2006/relationships/image" Target="../media/image274.png"/><Relationship Id="rId2" Type="http://schemas.openxmlformats.org/officeDocument/2006/relationships/image" Target="../media/image8.png"/><Relationship Id="rId16" Type="http://schemas.openxmlformats.org/officeDocument/2006/relationships/image" Target="../media/image273.png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3.png"/><Relationship Id="rId11" Type="http://schemas.openxmlformats.org/officeDocument/2006/relationships/image" Target="../media/image268.png"/><Relationship Id="rId5" Type="http://schemas.openxmlformats.org/officeDocument/2006/relationships/image" Target="../media/image262.png"/><Relationship Id="rId15" Type="http://schemas.openxmlformats.org/officeDocument/2006/relationships/image" Target="../media/image272.png"/><Relationship Id="rId10" Type="http://schemas.openxmlformats.org/officeDocument/2006/relationships/image" Target="../media/image267.png"/><Relationship Id="rId19" Type="http://schemas.openxmlformats.org/officeDocument/2006/relationships/image" Target="../media/image174.png"/><Relationship Id="rId4" Type="http://schemas.openxmlformats.org/officeDocument/2006/relationships/image" Target="../media/image261.png"/><Relationship Id="rId9" Type="http://schemas.openxmlformats.org/officeDocument/2006/relationships/image" Target="../media/image266.png"/><Relationship Id="rId14" Type="http://schemas.openxmlformats.org/officeDocument/2006/relationships/image" Target="../media/image271.png"/><Relationship Id="rId22" Type="http://schemas.openxmlformats.org/officeDocument/2006/relationships/image" Target="../media/image277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8.png"/><Relationship Id="rId18" Type="http://schemas.openxmlformats.org/officeDocument/2006/relationships/image" Target="../media/image293.png"/><Relationship Id="rId26" Type="http://schemas.openxmlformats.org/officeDocument/2006/relationships/image" Target="../media/image301.png"/><Relationship Id="rId39" Type="http://schemas.openxmlformats.org/officeDocument/2006/relationships/image" Target="../media/image314.png"/><Relationship Id="rId21" Type="http://schemas.openxmlformats.org/officeDocument/2006/relationships/image" Target="../media/image296.png"/><Relationship Id="rId34" Type="http://schemas.openxmlformats.org/officeDocument/2006/relationships/image" Target="../media/image309.png"/><Relationship Id="rId7" Type="http://schemas.openxmlformats.org/officeDocument/2006/relationships/image" Target="../media/image282.png"/><Relationship Id="rId12" Type="http://schemas.openxmlformats.org/officeDocument/2006/relationships/image" Target="../media/image287.png"/><Relationship Id="rId17" Type="http://schemas.openxmlformats.org/officeDocument/2006/relationships/image" Target="../media/image292.png"/><Relationship Id="rId25" Type="http://schemas.openxmlformats.org/officeDocument/2006/relationships/image" Target="../media/image300.png"/><Relationship Id="rId33" Type="http://schemas.openxmlformats.org/officeDocument/2006/relationships/image" Target="../media/image308.png"/><Relationship Id="rId38" Type="http://schemas.openxmlformats.org/officeDocument/2006/relationships/image" Target="../media/image313.png"/><Relationship Id="rId2" Type="http://schemas.openxmlformats.org/officeDocument/2006/relationships/image" Target="../media/image8.png"/><Relationship Id="rId16" Type="http://schemas.openxmlformats.org/officeDocument/2006/relationships/image" Target="../media/image291.png"/><Relationship Id="rId20" Type="http://schemas.openxmlformats.org/officeDocument/2006/relationships/image" Target="../media/image295.png"/><Relationship Id="rId29" Type="http://schemas.openxmlformats.org/officeDocument/2006/relationships/image" Target="../media/image3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1.png"/><Relationship Id="rId11" Type="http://schemas.openxmlformats.org/officeDocument/2006/relationships/image" Target="../media/image286.png"/><Relationship Id="rId24" Type="http://schemas.openxmlformats.org/officeDocument/2006/relationships/image" Target="../media/image299.png"/><Relationship Id="rId32" Type="http://schemas.openxmlformats.org/officeDocument/2006/relationships/image" Target="../media/image307.png"/><Relationship Id="rId37" Type="http://schemas.openxmlformats.org/officeDocument/2006/relationships/image" Target="../media/image312.png"/><Relationship Id="rId40" Type="http://schemas.openxmlformats.org/officeDocument/2006/relationships/image" Target="../media/image315.png"/><Relationship Id="rId5" Type="http://schemas.openxmlformats.org/officeDocument/2006/relationships/image" Target="../media/image280.png"/><Relationship Id="rId15" Type="http://schemas.openxmlformats.org/officeDocument/2006/relationships/image" Target="../media/image290.png"/><Relationship Id="rId23" Type="http://schemas.openxmlformats.org/officeDocument/2006/relationships/image" Target="../media/image298.png"/><Relationship Id="rId28" Type="http://schemas.openxmlformats.org/officeDocument/2006/relationships/image" Target="../media/image303.png"/><Relationship Id="rId36" Type="http://schemas.openxmlformats.org/officeDocument/2006/relationships/image" Target="../media/image311.png"/><Relationship Id="rId10" Type="http://schemas.openxmlformats.org/officeDocument/2006/relationships/image" Target="../media/image285.png"/><Relationship Id="rId19" Type="http://schemas.openxmlformats.org/officeDocument/2006/relationships/image" Target="../media/image294.png"/><Relationship Id="rId31" Type="http://schemas.openxmlformats.org/officeDocument/2006/relationships/image" Target="../media/image306.png"/><Relationship Id="rId4" Type="http://schemas.openxmlformats.org/officeDocument/2006/relationships/image" Target="../media/image279.png"/><Relationship Id="rId9" Type="http://schemas.openxmlformats.org/officeDocument/2006/relationships/image" Target="../media/image284.png"/><Relationship Id="rId14" Type="http://schemas.openxmlformats.org/officeDocument/2006/relationships/image" Target="../media/image289.png"/><Relationship Id="rId22" Type="http://schemas.openxmlformats.org/officeDocument/2006/relationships/image" Target="../media/image297.png"/><Relationship Id="rId27" Type="http://schemas.openxmlformats.org/officeDocument/2006/relationships/image" Target="../media/image302.png"/><Relationship Id="rId30" Type="http://schemas.openxmlformats.org/officeDocument/2006/relationships/image" Target="../media/image305.png"/><Relationship Id="rId35" Type="http://schemas.openxmlformats.org/officeDocument/2006/relationships/image" Target="../media/image310.png"/><Relationship Id="rId8" Type="http://schemas.openxmlformats.org/officeDocument/2006/relationships/image" Target="../media/image283.png"/><Relationship Id="rId3" Type="http://schemas.openxmlformats.org/officeDocument/2006/relationships/image" Target="../media/image27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3" Type="http://schemas.openxmlformats.org/officeDocument/2006/relationships/image" Target="../media/image316.png"/><Relationship Id="rId7" Type="http://schemas.openxmlformats.org/officeDocument/2006/relationships/image" Target="../media/image32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318.png"/><Relationship Id="rId4" Type="http://schemas.openxmlformats.org/officeDocument/2006/relationships/image" Target="../media/image3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png"/><Relationship Id="rId13" Type="http://schemas.openxmlformats.org/officeDocument/2006/relationships/image" Target="../media/image332.png"/><Relationship Id="rId18" Type="http://schemas.openxmlformats.org/officeDocument/2006/relationships/image" Target="../media/image337.png"/><Relationship Id="rId3" Type="http://schemas.openxmlformats.org/officeDocument/2006/relationships/image" Target="../media/image322.png"/><Relationship Id="rId7" Type="http://schemas.openxmlformats.org/officeDocument/2006/relationships/image" Target="../media/image326.png"/><Relationship Id="rId12" Type="http://schemas.openxmlformats.org/officeDocument/2006/relationships/image" Target="../media/image331.png"/><Relationship Id="rId17" Type="http://schemas.openxmlformats.org/officeDocument/2006/relationships/image" Target="../media/image336.png"/><Relationship Id="rId2" Type="http://schemas.openxmlformats.org/officeDocument/2006/relationships/image" Target="../media/image8.png"/><Relationship Id="rId16" Type="http://schemas.openxmlformats.org/officeDocument/2006/relationships/image" Target="../media/image3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5.png"/><Relationship Id="rId11" Type="http://schemas.openxmlformats.org/officeDocument/2006/relationships/image" Target="../media/image330.png"/><Relationship Id="rId5" Type="http://schemas.openxmlformats.org/officeDocument/2006/relationships/image" Target="../media/image324.png"/><Relationship Id="rId15" Type="http://schemas.openxmlformats.org/officeDocument/2006/relationships/image" Target="../media/image334.png"/><Relationship Id="rId10" Type="http://schemas.openxmlformats.org/officeDocument/2006/relationships/image" Target="../media/image329.png"/><Relationship Id="rId19" Type="http://schemas.openxmlformats.org/officeDocument/2006/relationships/image" Target="../media/image338.png"/><Relationship Id="rId4" Type="http://schemas.openxmlformats.org/officeDocument/2006/relationships/image" Target="../media/image323.png"/><Relationship Id="rId9" Type="http://schemas.openxmlformats.org/officeDocument/2006/relationships/image" Target="../media/image328.png"/><Relationship Id="rId14" Type="http://schemas.openxmlformats.org/officeDocument/2006/relationships/image" Target="../media/image3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png"/><Relationship Id="rId13" Type="http://schemas.openxmlformats.org/officeDocument/2006/relationships/image" Target="../media/image349.png"/><Relationship Id="rId18" Type="http://schemas.openxmlformats.org/officeDocument/2006/relationships/image" Target="../media/image354.png"/><Relationship Id="rId3" Type="http://schemas.openxmlformats.org/officeDocument/2006/relationships/image" Target="../media/image339.png"/><Relationship Id="rId7" Type="http://schemas.openxmlformats.org/officeDocument/2006/relationships/image" Target="../media/image343.png"/><Relationship Id="rId12" Type="http://schemas.openxmlformats.org/officeDocument/2006/relationships/image" Target="../media/image348.png"/><Relationship Id="rId17" Type="http://schemas.openxmlformats.org/officeDocument/2006/relationships/image" Target="../media/image353.png"/><Relationship Id="rId2" Type="http://schemas.openxmlformats.org/officeDocument/2006/relationships/image" Target="../media/image8.png"/><Relationship Id="rId16" Type="http://schemas.openxmlformats.org/officeDocument/2006/relationships/image" Target="../media/image3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2.png"/><Relationship Id="rId11" Type="http://schemas.openxmlformats.org/officeDocument/2006/relationships/image" Target="../media/image347.png"/><Relationship Id="rId5" Type="http://schemas.openxmlformats.org/officeDocument/2006/relationships/image" Target="../media/image341.png"/><Relationship Id="rId15" Type="http://schemas.openxmlformats.org/officeDocument/2006/relationships/image" Target="../media/image351.png"/><Relationship Id="rId10" Type="http://schemas.openxmlformats.org/officeDocument/2006/relationships/image" Target="../media/image346.png"/><Relationship Id="rId19" Type="http://schemas.openxmlformats.org/officeDocument/2006/relationships/image" Target="../media/image355.png"/><Relationship Id="rId4" Type="http://schemas.openxmlformats.org/officeDocument/2006/relationships/image" Target="../media/image340.png"/><Relationship Id="rId9" Type="http://schemas.openxmlformats.org/officeDocument/2006/relationships/image" Target="../media/image345.png"/><Relationship Id="rId14" Type="http://schemas.openxmlformats.org/officeDocument/2006/relationships/image" Target="../media/image35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png"/><Relationship Id="rId13" Type="http://schemas.openxmlformats.org/officeDocument/2006/relationships/image" Target="../media/image366.png"/><Relationship Id="rId18" Type="http://schemas.openxmlformats.org/officeDocument/2006/relationships/image" Target="../media/image371.png"/><Relationship Id="rId3" Type="http://schemas.openxmlformats.org/officeDocument/2006/relationships/image" Target="../media/image356.png"/><Relationship Id="rId21" Type="http://schemas.openxmlformats.org/officeDocument/2006/relationships/image" Target="../media/image374.png"/><Relationship Id="rId7" Type="http://schemas.openxmlformats.org/officeDocument/2006/relationships/image" Target="../media/image360.png"/><Relationship Id="rId12" Type="http://schemas.openxmlformats.org/officeDocument/2006/relationships/image" Target="../media/image365.png"/><Relationship Id="rId17" Type="http://schemas.openxmlformats.org/officeDocument/2006/relationships/image" Target="../media/image370.png"/><Relationship Id="rId2" Type="http://schemas.openxmlformats.org/officeDocument/2006/relationships/image" Target="../media/image28.png"/><Relationship Id="rId16" Type="http://schemas.openxmlformats.org/officeDocument/2006/relationships/image" Target="../media/image369.png"/><Relationship Id="rId20" Type="http://schemas.openxmlformats.org/officeDocument/2006/relationships/image" Target="../media/image3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9.png"/><Relationship Id="rId11" Type="http://schemas.openxmlformats.org/officeDocument/2006/relationships/image" Target="../media/image364.png"/><Relationship Id="rId24" Type="http://schemas.openxmlformats.org/officeDocument/2006/relationships/image" Target="../media/image377.png"/><Relationship Id="rId5" Type="http://schemas.openxmlformats.org/officeDocument/2006/relationships/image" Target="../media/image358.png"/><Relationship Id="rId15" Type="http://schemas.openxmlformats.org/officeDocument/2006/relationships/image" Target="../media/image368.png"/><Relationship Id="rId23" Type="http://schemas.openxmlformats.org/officeDocument/2006/relationships/image" Target="../media/image376.png"/><Relationship Id="rId10" Type="http://schemas.openxmlformats.org/officeDocument/2006/relationships/image" Target="../media/image363.png"/><Relationship Id="rId19" Type="http://schemas.openxmlformats.org/officeDocument/2006/relationships/image" Target="../media/image372.png"/><Relationship Id="rId4" Type="http://schemas.openxmlformats.org/officeDocument/2006/relationships/image" Target="../media/image357.png"/><Relationship Id="rId9" Type="http://schemas.openxmlformats.org/officeDocument/2006/relationships/image" Target="../media/image362.png"/><Relationship Id="rId14" Type="http://schemas.openxmlformats.org/officeDocument/2006/relationships/image" Target="../media/image367.png"/><Relationship Id="rId22" Type="http://schemas.openxmlformats.org/officeDocument/2006/relationships/image" Target="../media/image37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png"/><Relationship Id="rId13" Type="http://schemas.openxmlformats.org/officeDocument/2006/relationships/image" Target="../media/image387.png"/><Relationship Id="rId3" Type="http://schemas.openxmlformats.org/officeDocument/2006/relationships/image" Target="../media/image378.png"/><Relationship Id="rId7" Type="http://schemas.openxmlformats.org/officeDocument/2006/relationships/image" Target="../media/image381.png"/><Relationship Id="rId12" Type="http://schemas.openxmlformats.org/officeDocument/2006/relationships/image" Target="../media/image38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0.png"/><Relationship Id="rId11" Type="http://schemas.openxmlformats.org/officeDocument/2006/relationships/image" Target="../media/image385.png"/><Relationship Id="rId5" Type="http://schemas.openxmlformats.org/officeDocument/2006/relationships/image" Target="../media/image217.png"/><Relationship Id="rId10" Type="http://schemas.openxmlformats.org/officeDocument/2006/relationships/image" Target="../media/image384.png"/><Relationship Id="rId4" Type="http://schemas.openxmlformats.org/officeDocument/2006/relationships/image" Target="../media/image379.png"/><Relationship Id="rId9" Type="http://schemas.openxmlformats.org/officeDocument/2006/relationships/image" Target="../media/image383.png"/><Relationship Id="rId14" Type="http://schemas.openxmlformats.org/officeDocument/2006/relationships/image" Target="../media/image38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png"/><Relationship Id="rId13" Type="http://schemas.openxmlformats.org/officeDocument/2006/relationships/image" Target="../media/image399.png"/><Relationship Id="rId18" Type="http://schemas.openxmlformats.org/officeDocument/2006/relationships/image" Target="../media/image404.png"/><Relationship Id="rId3" Type="http://schemas.openxmlformats.org/officeDocument/2006/relationships/image" Target="../media/image389.png"/><Relationship Id="rId7" Type="http://schemas.openxmlformats.org/officeDocument/2006/relationships/image" Target="../media/image393.png"/><Relationship Id="rId12" Type="http://schemas.openxmlformats.org/officeDocument/2006/relationships/image" Target="../media/image398.png"/><Relationship Id="rId17" Type="http://schemas.openxmlformats.org/officeDocument/2006/relationships/image" Target="../media/image403.png"/><Relationship Id="rId2" Type="http://schemas.openxmlformats.org/officeDocument/2006/relationships/image" Target="../media/image8.png"/><Relationship Id="rId16" Type="http://schemas.openxmlformats.org/officeDocument/2006/relationships/image" Target="../media/image4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2.png"/><Relationship Id="rId11" Type="http://schemas.openxmlformats.org/officeDocument/2006/relationships/image" Target="../media/image397.png"/><Relationship Id="rId5" Type="http://schemas.openxmlformats.org/officeDocument/2006/relationships/image" Target="../media/image391.png"/><Relationship Id="rId15" Type="http://schemas.openxmlformats.org/officeDocument/2006/relationships/image" Target="../media/image401.png"/><Relationship Id="rId10" Type="http://schemas.openxmlformats.org/officeDocument/2006/relationships/image" Target="../media/image396.png"/><Relationship Id="rId4" Type="http://schemas.openxmlformats.org/officeDocument/2006/relationships/image" Target="../media/image390.png"/><Relationship Id="rId9" Type="http://schemas.openxmlformats.org/officeDocument/2006/relationships/image" Target="../media/image395.png"/><Relationship Id="rId14" Type="http://schemas.openxmlformats.org/officeDocument/2006/relationships/image" Target="../media/image40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415.png"/><Relationship Id="rId18" Type="http://schemas.openxmlformats.org/officeDocument/2006/relationships/image" Target="../media/image420.png"/><Relationship Id="rId26" Type="http://schemas.openxmlformats.org/officeDocument/2006/relationships/image" Target="../media/image428.png"/><Relationship Id="rId3" Type="http://schemas.openxmlformats.org/officeDocument/2006/relationships/image" Target="../media/image405.png"/><Relationship Id="rId21" Type="http://schemas.openxmlformats.org/officeDocument/2006/relationships/image" Target="../media/image423.png"/><Relationship Id="rId7" Type="http://schemas.openxmlformats.org/officeDocument/2006/relationships/image" Target="../media/image409.png"/><Relationship Id="rId12" Type="http://schemas.openxmlformats.org/officeDocument/2006/relationships/image" Target="../media/image414.png"/><Relationship Id="rId17" Type="http://schemas.openxmlformats.org/officeDocument/2006/relationships/image" Target="../media/image419.png"/><Relationship Id="rId25" Type="http://schemas.openxmlformats.org/officeDocument/2006/relationships/image" Target="../media/image427.png"/><Relationship Id="rId2" Type="http://schemas.openxmlformats.org/officeDocument/2006/relationships/image" Target="../media/image8.png"/><Relationship Id="rId16" Type="http://schemas.openxmlformats.org/officeDocument/2006/relationships/image" Target="../media/image418.png"/><Relationship Id="rId20" Type="http://schemas.openxmlformats.org/officeDocument/2006/relationships/image" Target="../media/image422.png"/><Relationship Id="rId29" Type="http://schemas.openxmlformats.org/officeDocument/2006/relationships/image" Target="../media/image4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8.png"/><Relationship Id="rId11" Type="http://schemas.openxmlformats.org/officeDocument/2006/relationships/image" Target="../media/image413.png"/><Relationship Id="rId24" Type="http://schemas.openxmlformats.org/officeDocument/2006/relationships/image" Target="../media/image426.png"/><Relationship Id="rId5" Type="http://schemas.openxmlformats.org/officeDocument/2006/relationships/image" Target="../media/image407.png"/><Relationship Id="rId15" Type="http://schemas.openxmlformats.org/officeDocument/2006/relationships/image" Target="../media/image417.png"/><Relationship Id="rId23" Type="http://schemas.openxmlformats.org/officeDocument/2006/relationships/image" Target="../media/image425.png"/><Relationship Id="rId28" Type="http://schemas.openxmlformats.org/officeDocument/2006/relationships/image" Target="../media/image430.png"/><Relationship Id="rId10" Type="http://schemas.openxmlformats.org/officeDocument/2006/relationships/image" Target="../media/image412.png"/><Relationship Id="rId19" Type="http://schemas.openxmlformats.org/officeDocument/2006/relationships/image" Target="../media/image421.png"/><Relationship Id="rId31" Type="http://schemas.openxmlformats.org/officeDocument/2006/relationships/image" Target="../media/image433.png"/><Relationship Id="rId4" Type="http://schemas.openxmlformats.org/officeDocument/2006/relationships/image" Target="../media/image406.png"/><Relationship Id="rId9" Type="http://schemas.openxmlformats.org/officeDocument/2006/relationships/image" Target="../media/image411.png"/><Relationship Id="rId14" Type="http://schemas.openxmlformats.org/officeDocument/2006/relationships/image" Target="../media/image416.png"/><Relationship Id="rId22" Type="http://schemas.openxmlformats.org/officeDocument/2006/relationships/image" Target="../media/image424.png"/><Relationship Id="rId27" Type="http://schemas.openxmlformats.org/officeDocument/2006/relationships/image" Target="../media/image429.png"/><Relationship Id="rId30" Type="http://schemas.openxmlformats.org/officeDocument/2006/relationships/image" Target="../media/image43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3" Type="http://schemas.openxmlformats.org/officeDocument/2006/relationships/image" Target="../media/image434.png"/><Relationship Id="rId7" Type="http://schemas.openxmlformats.org/officeDocument/2006/relationships/image" Target="../media/image438.png"/><Relationship Id="rId12" Type="http://schemas.openxmlformats.org/officeDocument/2006/relationships/image" Target="../media/image44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7.png"/><Relationship Id="rId11" Type="http://schemas.openxmlformats.org/officeDocument/2006/relationships/image" Target="../media/image442.png"/><Relationship Id="rId5" Type="http://schemas.openxmlformats.org/officeDocument/2006/relationships/image" Target="../media/image436.png"/><Relationship Id="rId10" Type="http://schemas.openxmlformats.org/officeDocument/2006/relationships/image" Target="../media/image441.png"/><Relationship Id="rId4" Type="http://schemas.openxmlformats.org/officeDocument/2006/relationships/image" Target="../media/image435.png"/><Relationship Id="rId9" Type="http://schemas.openxmlformats.org/officeDocument/2006/relationships/image" Target="../media/image4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9.png"/><Relationship Id="rId3" Type="http://schemas.openxmlformats.org/officeDocument/2006/relationships/image" Target="../media/image444.png"/><Relationship Id="rId7" Type="http://schemas.openxmlformats.org/officeDocument/2006/relationships/image" Target="../media/image44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7.png"/><Relationship Id="rId5" Type="http://schemas.openxmlformats.org/officeDocument/2006/relationships/image" Target="../media/image446.png"/><Relationship Id="rId10" Type="http://schemas.openxmlformats.org/officeDocument/2006/relationships/image" Target="../media/image451.png"/><Relationship Id="rId4" Type="http://schemas.openxmlformats.org/officeDocument/2006/relationships/image" Target="../media/image445.png"/><Relationship Id="rId9" Type="http://schemas.openxmlformats.org/officeDocument/2006/relationships/image" Target="../media/image45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7.png"/><Relationship Id="rId13" Type="http://schemas.openxmlformats.org/officeDocument/2006/relationships/image" Target="../media/image462.png"/><Relationship Id="rId18" Type="http://schemas.openxmlformats.org/officeDocument/2006/relationships/image" Target="../media/image466.png"/><Relationship Id="rId3" Type="http://schemas.openxmlformats.org/officeDocument/2006/relationships/image" Target="../media/image452.png"/><Relationship Id="rId21" Type="http://schemas.openxmlformats.org/officeDocument/2006/relationships/image" Target="../media/image469.png"/><Relationship Id="rId7" Type="http://schemas.openxmlformats.org/officeDocument/2006/relationships/image" Target="../media/image456.png"/><Relationship Id="rId12" Type="http://schemas.openxmlformats.org/officeDocument/2006/relationships/image" Target="../media/image461.png"/><Relationship Id="rId17" Type="http://schemas.openxmlformats.org/officeDocument/2006/relationships/image" Target="../media/image465.png"/><Relationship Id="rId2" Type="http://schemas.openxmlformats.org/officeDocument/2006/relationships/image" Target="../media/image8.png"/><Relationship Id="rId16" Type="http://schemas.openxmlformats.org/officeDocument/2006/relationships/image" Target="../media/image464.png"/><Relationship Id="rId20" Type="http://schemas.openxmlformats.org/officeDocument/2006/relationships/image" Target="../media/image4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5.png"/><Relationship Id="rId11" Type="http://schemas.openxmlformats.org/officeDocument/2006/relationships/image" Target="../media/image460.png"/><Relationship Id="rId5" Type="http://schemas.openxmlformats.org/officeDocument/2006/relationships/image" Target="../media/image454.png"/><Relationship Id="rId15" Type="http://schemas.openxmlformats.org/officeDocument/2006/relationships/image" Target="../media/image463.png"/><Relationship Id="rId10" Type="http://schemas.openxmlformats.org/officeDocument/2006/relationships/image" Target="../media/image459.png"/><Relationship Id="rId19" Type="http://schemas.openxmlformats.org/officeDocument/2006/relationships/image" Target="../media/image467.png"/><Relationship Id="rId4" Type="http://schemas.openxmlformats.org/officeDocument/2006/relationships/image" Target="../media/image453.png"/><Relationship Id="rId9" Type="http://schemas.openxmlformats.org/officeDocument/2006/relationships/image" Target="../media/image458.png"/><Relationship Id="rId14" Type="http://schemas.openxmlformats.org/officeDocument/2006/relationships/image" Target="../media/image227.png"/><Relationship Id="rId22" Type="http://schemas.openxmlformats.org/officeDocument/2006/relationships/image" Target="../media/image33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3.png"/><Relationship Id="rId13" Type="http://schemas.openxmlformats.org/officeDocument/2006/relationships/image" Target="../media/image477.png"/><Relationship Id="rId3" Type="http://schemas.openxmlformats.org/officeDocument/2006/relationships/image" Target="../media/image470.png"/><Relationship Id="rId7" Type="http://schemas.openxmlformats.org/officeDocument/2006/relationships/image" Target="../media/image472.png"/><Relationship Id="rId12" Type="http://schemas.openxmlformats.org/officeDocument/2006/relationships/image" Target="../media/image383.png"/><Relationship Id="rId2" Type="http://schemas.openxmlformats.org/officeDocument/2006/relationships/image" Target="../media/image28.png"/><Relationship Id="rId16" Type="http://schemas.openxmlformats.org/officeDocument/2006/relationships/image" Target="../media/image4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1.png"/><Relationship Id="rId11" Type="http://schemas.openxmlformats.org/officeDocument/2006/relationships/image" Target="../media/image476.png"/><Relationship Id="rId5" Type="http://schemas.openxmlformats.org/officeDocument/2006/relationships/image" Target="../media/image217.png"/><Relationship Id="rId15" Type="http://schemas.openxmlformats.org/officeDocument/2006/relationships/image" Target="../media/image479.png"/><Relationship Id="rId10" Type="http://schemas.openxmlformats.org/officeDocument/2006/relationships/image" Target="../media/image475.png"/><Relationship Id="rId4" Type="http://schemas.openxmlformats.org/officeDocument/2006/relationships/image" Target="../media/image30.png"/><Relationship Id="rId9" Type="http://schemas.openxmlformats.org/officeDocument/2006/relationships/image" Target="../media/image474.png"/><Relationship Id="rId14" Type="http://schemas.openxmlformats.org/officeDocument/2006/relationships/image" Target="../media/image47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png"/><Relationship Id="rId13" Type="http://schemas.openxmlformats.org/officeDocument/2006/relationships/image" Target="../media/image491.png"/><Relationship Id="rId18" Type="http://schemas.openxmlformats.org/officeDocument/2006/relationships/image" Target="../media/image496.png"/><Relationship Id="rId3" Type="http://schemas.openxmlformats.org/officeDocument/2006/relationships/image" Target="../media/image481.png"/><Relationship Id="rId7" Type="http://schemas.openxmlformats.org/officeDocument/2006/relationships/image" Target="../media/image485.png"/><Relationship Id="rId12" Type="http://schemas.openxmlformats.org/officeDocument/2006/relationships/image" Target="../media/image490.png"/><Relationship Id="rId17" Type="http://schemas.openxmlformats.org/officeDocument/2006/relationships/image" Target="../media/image495.png"/><Relationship Id="rId2" Type="http://schemas.openxmlformats.org/officeDocument/2006/relationships/image" Target="../media/image8.png"/><Relationship Id="rId16" Type="http://schemas.openxmlformats.org/officeDocument/2006/relationships/image" Target="../media/image4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4.png"/><Relationship Id="rId11" Type="http://schemas.openxmlformats.org/officeDocument/2006/relationships/image" Target="../media/image489.png"/><Relationship Id="rId5" Type="http://schemas.openxmlformats.org/officeDocument/2006/relationships/image" Target="../media/image483.png"/><Relationship Id="rId15" Type="http://schemas.openxmlformats.org/officeDocument/2006/relationships/image" Target="../media/image493.png"/><Relationship Id="rId10" Type="http://schemas.openxmlformats.org/officeDocument/2006/relationships/image" Target="../media/image488.png"/><Relationship Id="rId4" Type="http://schemas.openxmlformats.org/officeDocument/2006/relationships/image" Target="../media/image482.png"/><Relationship Id="rId9" Type="http://schemas.openxmlformats.org/officeDocument/2006/relationships/image" Target="../media/image487.png"/><Relationship Id="rId14" Type="http://schemas.openxmlformats.org/officeDocument/2006/relationships/image" Target="../media/image49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1.png"/><Relationship Id="rId3" Type="http://schemas.openxmlformats.org/officeDocument/2006/relationships/image" Target="../media/image497.png"/><Relationship Id="rId7" Type="http://schemas.openxmlformats.org/officeDocument/2006/relationships/image" Target="../media/image500.png"/><Relationship Id="rId12" Type="http://schemas.openxmlformats.org/officeDocument/2006/relationships/image" Target="../media/image50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9.png"/><Relationship Id="rId11" Type="http://schemas.openxmlformats.org/officeDocument/2006/relationships/image" Target="../media/image504.png"/><Relationship Id="rId5" Type="http://schemas.openxmlformats.org/officeDocument/2006/relationships/image" Target="../media/image498.png"/><Relationship Id="rId10" Type="http://schemas.openxmlformats.org/officeDocument/2006/relationships/image" Target="../media/image503.png"/><Relationship Id="rId4" Type="http://schemas.openxmlformats.org/officeDocument/2006/relationships/image" Target="../media/image474.png"/><Relationship Id="rId9" Type="http://schemas.openxmlformats.org/officeDocument/2006/relationships/image" Target="../media/image50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.png"/><Relationship Id="rId13" Type="http://schemas.openxmlformats.org/officeDocument/2006/relationships/image" Target="../media/image516.png"/><Relationship Id="rId3" Type="http://schemas.openxmlformats.org/officeDocument/2006/relationships/image" Target="../media/image507.png"/><Relationship Id="rId7" Type="http://schemas.openxmlformats.org/officeDocument/2006/relationships/image" Target="../media/image510.png"/><Relationship Id="rId12" Type="http://schemas.openxmlformats.org/officeDocument/2006/relationships/image" Target="../media/image515.png"/><Relationship Id="rId2" Type="http://schemas.openxmlformats.org/officeDocument/2006/relationships/image" Target="../media/image5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9.png"/><Relationship Id="rId11" Type="http://schemas.openxmlformats.org/officeDocument/2006/relationships/image" Target="../media/image514.png"/><Relationship Id="rId5" Type="http://schemas.openxmlformats.org/officeDocument/2006/relationships/image" Target="../media/image508.png"/><Relationship Id="rId10" Type="http://schemas.openxmlformats.org/officeDocument/2006/relationships/image" Target="../media/image513.png"/><Relationship Id="rId4" Type="http://schemas.openxmlformats.org/officeDocument/2006/relationships/image" Target="../media/image8.png"/><Relationship Id="rId9" Type="http://schemas.openxmlformats.org/officeDocument/2006/relationships/image" Target="../media/image5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2D515F-6481-FAB3-EC8B-A8887782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Introduction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46E1A7-4D15-3BA0-BC77-009137675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AA74B-13A9-BB98-C39D-B2C05DE68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</a:t>
            </a:fld>
            <a:endParaRPr lang="fr-FR"/>
          </a:p>
        </p:txBody>
      </p:sp>
      <p:pic>
        <p:nvPicPr>
          <p:cNvPr id="6" name="SK-1-img-1">
            <a:extLst>
              <a:ext uri="{FF2B5EF4-FFF2-40B4-BE49-F238E27FC236}">
                <a16:creationId xmlns:a16="http://schemas.microsoft.com/office/drawing/2014/main" id="{0986B487-2465-322D-8C3C-30B395A46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SK-1-img-2">
            <a:extLst>
              <a:ext uri="{FF2B5EF4-FFF2-40B4-BE49-F238E27FC236}">
                <a16:creationId xmlns:a16="http://schemas.microsoft.com/office/drawing/2014/main" id="{AD4E4420-D931-E443-24E7-2F2B2AE81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10" name="SK-1-img-3">
            <a:extLst>
              <a:ext uri="{FF2B5EF4-FFF2-40B4-BE49-F238E27FC236}">
                <a16:creationId xmlns:a16="http://schemas.microsoft.com/office/drawing/2014/main" id="{06AAEBDF-0FB4-CA9F-FA19-85E1F39C2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90" y="3456384"/>
            <a:ext cx="1658094" cy="191988"/>
          </a:xfrm>
          <a:prstGeom prst="rect">
            <a:avLst/>
          </a:prstGeom>
        </p:spPr>
      </p:pic>
      <p:pic>
        <p:nvPicPr>
          <p:cNvPr id="12" name="SK-1-img-4">
            <a:extLst>
              <a:ext uri="{FF2B5EF4-FFF2-40B4-BE49-F238E27FC236}">
                <a16:creationId xmlns:a16="http://schemas.microsoft.com/office/drawing/2014/main" id="{07CA6CCA-187A-8E83-B303-F2B0519D6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65" y="6517184"/>
            <a:ext cx="11240988" cy="9525"/>
          </a:xfrm>
          <a:prstGeom prst="rect">
            <a:avLst/>
          </a:prstGeom>
        </p:spPr>
      </p:pic>
      <p:pic>
        <p:nvPicPr>
          <p:cNvPr id="14" name="SK-1-img-5">
            <a:extLst>
              <a:ext uri="{FF2B5EF4-FFF2-40B4-BE49-F238E27FC236}">
                <a16:creationId xmlns:a16="http://schemas.microsoft.com/office/drawing/2014/main" id="{A1513F67-05AA-EB12-D050-F7A7BA509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4957" y="4322564"/>
            <a:ext cx="2413992" cy="9525"/>
          </a:xfrm>
          <a:prstGeom prst="rect">
            <a:avLst/>
          </a:prstGeom>
        </p:spPr>
      </p:pic>
      <p:pic>
        <p:nvPicPr>
          <p:cNvPr id="16" name="SK-1-img-6">
            <a:extLst>
              <a:ext uri="{FF2B5EF4-FFF2-40B4-BE49-F238E27FC236}">
                <a16:creationId xmlns:a16="http://schemas.microsoft.com/office/drawing/2014/main" id="{D2A2C1B7-2DAB-A11A-DD8D-74255CEE43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4900" y="5314950"/>
            <a:ext cx="9525" cy="281136"/>
          </a:xfrm>
          <a:prstGeom prst="rect">
            <a:avLst/>
          </a:prstGeom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360B3F59-2A9F-30B7-8BAC-92302E5109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0157" y="1145232"/>
            <a:ext cx="2889498" cy="2921496"/>
          </a:xfrm>
          <a:prstGeom prst="rect">
            <a:avLst/>
          </a:prstGeom>
        </p:spPr>
      </p:pic>
      <p:sp>
        <p:nvSpPr>
          <p:cNvPr id="20" name="SK-1-text-8">
            <a:extLst>
              <a:ext uri="{FF2B5EF4-FFF2-40B4-BE49-F238E27FC236}">
                <a16:creationId xmlns:a16="http://schemas.microsoft.com/office/drawing/2014/main" id="{EE700987-D120-2F0C-1367-B278CE37D350}"/>
              </a:ext>
            </a:extLst>
          </p:cNvPr>
          <p:cNvSpPr/>
          <p:nvPr/>
        </p:nvSpPr>
        <p:spPr>
          <a:xfrm>
            <a:off x="694879" y="630882"/>
            <a:ext cx="769620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PROFESSIONNEL DWWM · SESSION 2026</a:t>
            </a:r>
            <a:endParaRPr lang="en-US" sz="1200" dirty="0"/>
          </a:p>
        </p:txBody>
      </p:sp>
      <p:sp>
        <p:nvSpPr>
          <p:cNvPr id="22" name="SK-1-text-9">
            <a:extLst>
              <a:ext uri="{FF2B5EF4-FFF2-40B4-BE49-F238E27FC236}">
                <a16:creationId xmlns:a16="http://schemas.microsoft.com/office/drawing/2014/main" id="{613641D2-F26A-D4C9-B92A-44136EE9AD26}"/>
              </a:ext>
            </a:extLst>
          </p:cNvPr>
          <p:cNvSpPr/>
          <p:nvPr/>
        </p:nvSpPr>
        <p:spPr>
          <a:xfrm>
            <a:off x="682675" y="1837879"/>
            <a:ext cx="6169075" cy="13646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860"/>
              </a:lnSpc>
              <a:buNone/>
            </a:pPr>
            <a:r>
              <a:rPr lang="en-US" sz="40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FM Abattage</a:t>
            </a:r>
            <a:endParaRPr lang="en-US" sz="4050" dirty="0"/>
          </a:p>
          <a:p>
            <a:pPr marL="0" indent="0" algn="l">
              <a:lnSpc>
                <a:spcPts val="4860"/>
              </a:lnSpc>
              <a:buNone/>
            </a:pPr>
            <a:r>
              <a:rPr lang="en-US" sz="40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de Gestion</a:t>
            </a:r>
            <a:endParaRPr lang="en-US" sz="4050" dirty="0"/>
          </a:p>
        </p:txBody>
      </p:sp>
      <p:sp>
        <p:nvSpPr>
          <p:cNvPr id="24" name="SK-1-text-10">
            <a:extLst>
              <a:ext uri="{FF2B5EF4-FFF2-40B4-BE49-F238E27FC236}">
                <a16:creationId xmlns:a16="http://schemas.microsoft.com/office/drawing/2014/main" id="{175BE027-3BB5-CBB3-D7B5-D912829BF175}"/>
              </a:ext>
            </a:extLst>
          </p:cNvPr>
          <p:cNvSpPr/>
          <p:nvPr/>
        </p:nvSpPr>
        <p:spPr>
          <a:xfrm>
            <a:off x="670471" y="4025503"/>
            <a:ext cx="4901059" cy="5828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10"/>
              </a:lnSpc>
              <a:buNone/>
            </a:pPr>
            <a:r>
              <a:rPr lang="en-US" sz="16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full-stack de gestion administrative</a:t>
            </a:r>
            <a:endParaRPr lang="en-US" sz="1650" dirty="0"/>
          </a:p>
          <a:p>
            <a:pPr marL="0" indent="0" algn="l">
              <a:lnSpc>
                <a:spcPts val="2310"/>
              </a:lnSpc>
              <a:buNone/>
            </a:pPr>
            <a:r>
              <a:rPr lang="en-US" sz="16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 micro-entreprise.</a:t>
            </a:r>
            <a:endParaRPr lang="en-US" sz="1650" dirty="0"/>
          </a:p>
        </p:txBody>
      </p:sp>
      <p:sp>
        <p:nvSpPr>
          <p:cNvPr id="26" name="SK-1-text-11">
            <a:extLst>
              <a:ext uri="{FF2B5EF4-FFF2-40B4-BE49-F238E27FC236}">
                <a16:creationId xmlns:a16="http://schemas.microsoft.com/office/drawing/2014/main" id="{F16F3B3C-9BC4-C0E0-67E2-ADD0BA9C0465}"/>
              </a:ext>
            </a:extLst>
          </p:cNvPr>
          <p:cNvSpPr/>
          <p:nvPr/>
        </p:nvSpPr>
        <p:spPr>
          <a:xfrm>
            <a:off x="670471" y="5390257"/>
            <a:ext cx="3987165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Lydie Meunier</a:t>
            </a:r>
            <a:endParaRPr lang="en-US" sz="1950" dirty="0"/>
          </a:p>
        </p:txBody>
      </p:sp>
      <p:sp>
        <p:nvSpPr>
          <p:cNvPr id="28" name="SK-1-text-12">
            <a:extLst>
              <a:ext uri="{FF2B5EF4-FFF2-40B4-BE49-F238E27FC236}">
                <a16:creationId xmlns:a16="http://schemas.microsoft.com/office/drawing/2014/main" id="{AA98825B-D338-E9A0-1744-36F5EB1821A0}"/>
              </a:ext>
            </a:extLst>
          </p:cNvPr>
          <p:cNvSpPr/>
          <p:nvPr/>
        </p:nvSpPr>
        <p:spPr>
          <a:xfrm>
            <a:off x="3060055" y="5383411"/>
            <a:ext cx="3038475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Octobre 2026</a:t>
            </a:r>
            <a:endParaRPr lang="en-US" sz="1650" dirty="0"/>
          </a:p>
        </p:txBody>
      </p:sp>
      <p:sp>
        <p:nvSpPr>
          <p:cNvPr id="30" name="SK-1-text-13">
            <a:extLst>
              <a:ext uri="{FF2B5EF4-FFF2-40B4-BE49-F238E27FC236}">
                <a16:creationId xmlns:a16="http://schemas.microsoft.com/office/drawing/2014/main" id="{7A8E67DE-49CF-A5C5-DBDC-15F8B4B0E96D}"/>
              </a:ext>
            </a:extLst>
          </p:cNvPr>
          <p:cNvSpPr/>
          <p:nvPr/>
        </p:nvSpPr>
        <p:spPr>
          <a:xfrm>
            <a:off x="719286" y="6000750"/>
            <a:ext cx="519684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Centre Européen de Formation</a:t>
            </a:r>
            <a:endParaRPr lang="en-US" sz="1200" dirty="0"/>
          </a:p>
        </p:txBody>
      </p:sp>
      <p:sp>
        <p:nvSpPr>
          <p:cNvPr id="32" name="SK-1-text-14">
            <a:extLst>
              <a:ext uri="{FF2B5EF4-FFF2-40B4-BE49-F238E27FC236}">
                <a16:creationId xmlns:a16="http://schemas.microsoft.com/office/drawing/2014/main" id="{CA6C2180-C29B-0C5A-0D58-294ADAEA42B7}"/>
              </a:ext>
            </a:extLst>
          </p:cNvPr>
          <p:cNvSpPr/>
          <p:nvPr/>
        </p:nvSpPr>
        <p:spPr>
          <a:xfrm>
            <a:off x="8504783" y="4677073"/>
            <a:ext cx="2643634" cy="4388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FM Abattage</a:t>
            </a:r>
            <a:endParaRPr lang="en-US" sz="2850" dirty="0"/>
          </a:p>
        </p:txBody>
      </p:sp>
      <p:sp>
        <p:nvSpPr>
          <p:cNvPr id="34" name="SK-1-text-15">
            <a:extLst>
              <a:ext uri="{FF2B5EF4-FFF2-40B4-BE49-F238E27FC236}">
                <a16:creationId xmlns:a16="http://schemas.microsoft.com/office/drawing/2014/main" id="{5228F34C-6725-687D-15C8-CCEFE9A59979}"/>
              </a:ext>
            </a:extLst>
          </p:cNvPr>
          <p:cNvSpPr/>
          <p:nvPr/>
        </p:nvSpPr>
        <p:spPr>
          <a:xfrm>
            <a:off x="8482013" y="5260032"/>
            <a:ext cx="2677269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Paysagisme &amp; Abattage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4156669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9B3136-5409-BD7E-6B33-3396CA6C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734" y="6426806"/>
            <a:ext cx="1060938" cy="365125"/>
          </a:xfrm>
        </p:spPr>
        <p:txBody>
          <a:bodyPr/>
          <a:lstStyle/>
          <a:p>
            <a:r>
              <a:rPr lang="fr-FR" dirty="0"/>
              <a:t>FM Abattage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B8F38B-85C4-CB5F-A96B-C4456DC1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</a:t>
            </a:fld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D9C84B5-3D57-850A-82E1-BE5B39D8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pic>
        <p:nvPicPr>
          <p:cNvPr id="8" name="SK-2-img-3" descr="preencoded.png">
            <a:extLst>
              <a:ext uri="{FF2B5EF4-FFF2-40B4-BE49-F238E27FC236}">
                <a16:creationId xmlns:a16="http://schemas.microsoft.com/office/drawing/2014/main" id="{46FB630E-CD5F-8EFA-849B-79684AECC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10" name="SK-2-img-4" descr="preencoded.png">
            <a:extLst>
              <a:ext uri="{FF2B5EF4-FFF2-40B4-BE49-F238E27FC236}">
                <a16:creationId xmlns:a16="http://schemas.microsoft.com/office/drawing/2014/main" id="{E7F30768-8D55-7416-9CE8-9A0CE2214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95921"/>
            <a:ext cx="2087910" cy="2807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SK-2-img-5" descr="preencoded.png">
            <a:extLst>
              <a:ext uri="{FF2B5EF4-FFF2-40B4-BE49-F238E27FC236}">
                <a16:creationId xmlns:a16="http://schemas.microsoft.com/office/drawing/2014/main" id="{CF339013-4188-2275-CE26-400B1A460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580" y="2124521"/>
            <a:ext cx="609600" cy="609600"/>
          </a:xfrm>
          <a:prstGeom prst="rect">
            <a:avLst/>
          </a:prstGeom>
        </p:spPr>
      </p:pic>
      <p:pic>
        <p:nvPicPr>
          <p:cNvPr id="14" name="SK-2-img-6" descr="preencoded.png">
            <a:extLst>
              <a:ext uri="{FF2B5EF4-FFF2-40B4-BE49-F238E27FC236}">
                <a16:creationId xmlns:a16="http://schemas.microsoft.com/office/drawing/2014/main" id="{AEDCBB57-ADE5-D4A1-61DC-076922E9D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8693" y="2295971"/>
            <a:ext cx="333375" cy="266700"/>
          </a:xfrm>
          <a:prstGeom prst="rect">
            <a:avLst/>
          </a:prstGeom>
        </p:spPr>
      </p:pic>
      <p:pic>
        <p:nvPicPr>
          <p:cNvPr id="16" name="SK-2-img-7" descr="preencoded.png">
            <a:extLst>
              <a:ext uri="{FF2B5EF4-FFF2-40B4-BE49-F238E27FC236}">
                <a16:creationId xmlns:a16="http://schemas.microsoft.com/office/drawing/2014/main" id="{1BE07E09-785E-5559-4E04-211CE3A72E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505" y="3732163"/>
            <a:ext cx="285750" cy="28575"/>
          </a:xfrm>
          <a:prstGeom prst="rect">
            <a:avLst/>
          </a:prstGeom>
        </p:spPr>
      </p:pic>
      <p:pic>
        <p:nvPicPr>
          <p:cNvPr id="18" name="SK-2-img-8" descr="preencoded.png">
            <a:extLst>
              <a:ext uri="{FF2B5EF4-FFF2-40B4-BE49-F238E27FC236}">
                <a16:creationId xmlns:a16="http://schemas.microsoft.com/office/drawing/2014/main" id="{FBBF2531-EA7E-5352-9E8D-D16A027F0F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1810" y="1895921"/>
            <a:ext cx="2087910" cy="2807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SK-2-img-9" descr="preencoded.png">
            <a:extLst>
              <a:ext uri="{FF2B5EF4-FFF2-40B4-BE49-F238E27FC236}">
                <a16:creationId xmlns:a16="http://schemas.microsoft.com/office/drawing/2014/main" id="{B6605E87-85D9-CDEF-D20F-5E76F06130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0890" y="2124521"/>
            <a:ext cx="609600" cy="609600"/>
          </a:xfrm>
          <a:prstGeom prst="rect">
            <a:avLst/>
          </a:prstGeom>
        </p:spPr>
      </p:pic>
      <p:pic>
        <p:nvPicPr>
          <p:cNvPr id="22" name="SK-2-img-10" descr="preencoded.png">
            <a:extLst>
              <a:ext uri="{FF2B5EF4-FFF2-40B4-BE49-F238E27FC236}">
                <a16:creationId xmlns:a16="http://schemas.microsoft.com/office/drawing/2014/main" id="{331F8F9E-70B0-1027-8D1F-5720C4B0BE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9003" y="2295971"/>
            <a:ext cx="333375" cy="266700"/>
          </a:xfrm>
          <a:prstGeom prst="rect">
            <a:avLst/>
          </a:prstGeom>
        </p:spPr>
      </p:pic>
      <p:pic>
        <p:nvPicPr>
          <p:cNvPr id="24" name="SK-2-img-11" descr="preencoded.png">
            <a:extLst>
              <a:ext uri="{FF2B5EF4-FFF2-40B4-BE49-F238E27FC236}">
                <a16:creationId xmlns:a16="http://schemas.microsoft.com/office/drawing/2014/main" id="{2B64D922-0F6F-BD68-CC25-4DDBD95EC5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815" y="3732163"/>
            <a:ext cx="285750" cy="28575"/>
          </a:xfrm>
          <a:prstGeom prst="rect">
            <a:avLst/>
          </a:prstGeom>
        </p:spPr>
      </p:pic>
      <p:pic>
        <p:nvPicPr>
          <p:cNvPr id="26" name="SK-2-img-12" descr="preencoded.png">
            <a:extLst>
              <a:ext uri="{FF2B5EF4-FFF2-40B4-BE49-F238E27FC236}">
                <a16:creationId xmlns:a16="http://schemas.microsoft.com/office/drawing/2014/main" id="{1D5F45F0-D2B5-9007-EC7C-915D8606BC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2120" y="1895921"/>
            <a:ext cx="2087910" cy="2807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SK-2-img-13" descr="preencoded.png">
            <a:extLst>
              <a:ext uri="{FF2B5EF4-FFF2-40B4-BE49-F238E27FC236}">
                <a16:creationId xmlns:a16="http://schemas.microsoft.com/office/drawing/2014/main" id="{8E7FDC6B-2FEB-1F35-2697-D84256CB8F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1200" y="2124521"/>
            <a:ext cx="609600" cy="609600"/>
          </a:xfrm>
          <a:prstGeom prst="rect">
            <a:avLst/>
          </a:prstGeom>
        </p:spPr>
      </p:pic>
      <p:pic>
        <p:nvPicPr>
          <p:cNvPr id="30" name="SK-2-img-14" descr="preencoded.png">
            <a:extLst>
              <a:ext uri="{FF2B5EF4-FFF2-40B4-BE49-F238E27FC236}">
                <a16:creationId xmlns:a16="http://schemas.microsoft.com/office/drawing/2014/main" id="{3602BC20-83F6-FD55-0341-D381E9F6586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9313" y="2295971"/>
            <a:ext cx="333375" cy="266700"/>
          </a:xfrm>
          <a:prstGeom prst="rect">
            <a:avLst/>
          </a:prstGeom>
        </p:spPr>
      </p:pic>
      <p:pic>
        <p:nvPicPr>
          <p:cNvPr id="32" name="SK-2-img-15" descr="preencoded.png">
            <a:extLst>
              <a:ext uri="{FF2B5EF4-FFF2-40B4-BE49-F238E27FC236}">
                <a16:creationId xmlns:a16="http://schemas.microsoft.com/office/drawing/2014/main" id="{E87FE9AF-21ED-7DAA-D282-10C01195AC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25" y="3732163"/>
            <a:ext cx="285750" cy="28575"/>
          </a:xfrm>
          <a:prstGeom prst="rect">
            <a:avLst/>
          </a:prstGeom>
        </p:spPr>
      </p:pic>
      <p:pic>
        <p:nvPicPr>
          <p:cNvPr id="34" name="SK-2-img-16" descr="preencoded.png">
            <a:extLst>
              <a:ext uri="{FF2B5EF4-FFF2-40B4-BE49-F238E27FC236}">
                <a16:creationId xmlns:a16="http://schemas.microsoft.com/office/drawing/2014/main" id="{962C2449-788B-9B3C-944A-4A2CF7BEDA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2354" y="1895921"/>
            <a:ext cx="2087910" cy="2807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6" name="SK-2-img-17" descr="preencoded.png">
            <a:extLst>
              <a:ext uri="{FF2B5EF4-FFF2-40B4-BE49-F238E27FC236}">
                <a16:creationId xmlns:a16="http://schemas.microsoft.com/office/drawing/2014/main" id="{0B33731A-ED70-0B59-89BE-6C6BD737534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1510" y="2124521"/>
            <a:ext cx="609600" cy="609600"/>
          </a:xfrm>
          <a:prstGeom prst="rect">
            <a:avLst/>
          </a:prstGeom>
        </p:spPr>
      </p:pic>
      <p:pic>
        <p:nvPicPr>
          <p:cNvPr id="38" name="SK-2-img-18" descr="preencoded.png">
            <a:extLst>
              <a:ext uri="{FF2B5EF4-FFF2-40B4-BE49-F238E27FC236}">
                <a16:creationId xmlns:a16="http://schemas.microsoft.com/office/drawing/2014/main" id="{0459DFFC-9006-B9E6-1943-0821166F0D9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69622" y="2295971"/>
            <a:ext cx="333375" cy="266700"/>
          </a:xfrm>
          <a:prstGeom prst="rect">
            <a:avLst/>
          </a:prstGeom>
        </p:spPr>
      </p:pic>
      <p:pic>
        <p:nvPicPr>
          <p:cNvPr id="40" name="SK-2-img-19" descr="preencoded.png">
            <a:extLst>
              <a:ext uri="{FF2B5EF4-FFF2-40B4-BE49-F238E27FC236}">
                <a16:creationId xmlns:a16="http://schemas.microsoft.com/office/drawing/2014/main" id="{BBBCF8E9-E37E-02BA-E2D7-507FA41F66E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3435" y="3509367"/>
            <a:ext cx="285750" cy="28575"/>
          </a:xfrm>
          <a:prstGeom prst="rect">
            <a:avLst/>
          </a:prstGeom>
        </p:spPr>
      </p:pic>
      <p:pic>
        <p:nvPicPr>
          <p:cNvPr id="42" name="SK-2-img-20" descr="preencoded.png">
            <a:extLst>
              <a:ext uri="{FF2B5EF4-FFF2-40B4-BE49-F238E27FC236}">
                <a16:creationId xmlns:a16="http://schemas.microsoft.com/office/drawing/2014/main" id="{93016794-2455-F6F6-8AC1-225BECCF7C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2739" y="1895921"/>
            <a:ext cx="2087910" cy="2807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4" name="SK-2-img-21" descr="preencoded.png">
            <a:extLst>
              <a:ext uri="{FF2B5EF4-FFF2-40B4-BE49-F238E27FC236}">
                <a16:creationId xmlns:a16="http://schemas.microsoft.com/office/drawing/2014/main" id="{00BB592A-CD8C-9721-9B96-BC76590CB9D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71820" y="2124521"/>
            <a:ext cx="609600" cy="609600"/>
          </a:xfrm>
          <a:prstGeom prst="rect">
            <a:avLst/>
          </a:prstGeom>
        </p:spPr>
      </p:pic>
      <p:pic>
        <p:nvPicPr>
          <p:cNvPr id="46" name="SK-2-img-22" descr="preencoded.png">
            <a:extLst>
              <a:ext uri="{FF2B5EF4-FFF2-40B4-BE49-F238E27FC236}">
                <a16:creationId xmlns:a16="http://schemas.microsoft.com/office/drawing/2014/main" id="{9F039221-1F2E-3E9F-69CD-795D25CC37B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09932" y="2295971"/>
            <a:ext cx="333375" cy="266700"/>
          </a:xfrm>
          <a:prstGeom prst="rect">
            <a:avLst/>
          </a:prstGeom>
        </p:spPr>
      </p:pic>
      <p:pic>
        <p:nvPicPr>
          <p:cNvPr id="48" name="SK-2-img-23" descr="preencoded.png">
            <a:extLst>
              <a:ext uri="{FF2B5EF4-FFF2-40B4-BE49-F238E27FC236}">
                <a16:creationId xmlns:a16="http://schemas.microsoft.com/office/drawing/2014/main" id="{37A2B26F-2618-2FB0-2718-C67C5171952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33745" y="3732163"/>
            <a:ext cx="285750" cy="28575"/>
          </a:xfrm>
          <a:prstGeom prst="rect">
            <a:avLst/>
          </a:prstGeom>
        </p:spPr>
      </p:pic>
      <p:pic>
        <p:nvPicPr>
          <p:cNvPr id="50" name="SK-2-img-24" descr="preencoded.png">
            <a:extLst>
              <a:ext uri="{FF2B5EF4-FFF2-40B4-BE49-F238E27FC236}">
                <a16:creationId xmlns:a16="http://schemas.microsoft.com/office/drawing/2014/main" id="{255354FB-2320-C76B-D903-347C2D5529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41984" y="5084713"/>
            <a:ext cx="7108031" cy="547688"/>
          </a:xfrm>
          <a:prstGeom prst="rect">
            <a:avLst/>
          </a:prstGeom>
        </p:spPr>
      </p:pic>
      <p:pic>
        <p:nvPicPr>
          <p:cNvPr id="52" name="SK-2-img-25" descr="preencoded.png">
            <a:extLst>
              <a:ext uri="{FF2B5EF4-FFF2-40B4-BE49-F238E27FC236}">
                <a16:creationId xmlns:a16="http://schemas.microsoft.com/office/drawing/2014/main" id="{64DA64B1-B187-904F-4F53-BC305264A0A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70584" y="5282505"/>
            <a:ext cx="202406" cy="163711"/>
          </a:xfrm>
          <a:prstGeom prst="rect">
            <a:avLst/>
          </a:prstGeom>
        </p:spPr>
      </p:pic>
      <p:sp>
        <p:nvSpPr>
          <p:cNvPr id="54" name="SK-2-text-27">
            <a:extLst>
              <a:ext uri="{FF2B5EF4-FFF2-40B4-BE49-F238E27FC236}">
                <a16:creationId xmlns:a16="http://schemas.microsoft.com/office/drawing/2014/main" id="{B4DA56BE-82E5-21F7-06DF-65861DD13B9C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56" name="SK-2-text-28">
            <a:extLst>
              <a:ext uri="{FF2B5EF4-FFF2-40B4-BE49-F238E27FC236}">
                <a16:creationId xmlns:a16="http://schemas.microsoft.com/office/drawing/2014/main" id="{54380391-1C74-4897-DD15-0C16B3C78AE3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Plan de la présentation</a:t>
            </a:r>
            <a:endParaRPr lang="en-US" sz="2400" dirty="0"/>
          </a:p>
        </p:txBody>
      </p:sp>
      <p:sp>
        <p:nvSpPr>
          <p:cNvPr id="58" name="SK-2-text-29">
            <a:extLst>
              <a:ext uri="{FF2B5EF4-FFF2-40B4-BE49-F238E27FC236}">
                <a16:creationId xmlns:a16="http://schemas.microsoft.com/office/drawing/2014/main" id="{35580415-9DC3-DCCA-9480-D13B4F404270}"/>
              </a:ext>
            </a:extLst>
          </p:cNvPr>
          <p:cNvSpPr/>
          <p:nvPr/>
        </p:nvSpPr>
        <p:spPr>
          <a:xfrm>
            <a:off x="1229618" y="2924621"/>
            <a:ext cx="77152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CB369"/>
                </a:solidFill>
              </a:rPr>
              <a:t>SECTION 01</a:t>
            </a:r>
            <a:endParaRPr lang="en-US" sz="900" dirty="0"/>
          </a:p>
        </p:txBody>
      </p:sp>
      <p:sp>
        <p:nvSpPr>
          <p:cNvPr id="60" name="SK-2-text-30">
            <a:extLst>
              <a:ext uri="{FF2B5EF4-FFF2-40B4-BE49-F238E27FC236}">
                <a16:creationId xmlns:a16="http://schemas.microsoft.com/office/drawing/2014/main" id="{202DD8D5-5760-11C4-03C5-BFC08D331E9A}"/>
              </a:ext>
            </a:extLst>
          </p:cNvPr>
          <p:cNvSpPr/>
          <p:nvPr/>
        </p:nvSpPr>
        <p:spPr>
          <a:xfrm>
            <a:off x="723900" y="3172271"/>
            <a:ext cx="1783110" cy="4455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Présentation du projet</a:t>
            </a:r>
            <a:endParaRPr lang="en-US" sz="1350" dirty="0"/>
          </a:p>
        </p:txBody>
      </p:sp>
      <p:sp>
        <p:nvSpPr>
          <p:cNvPr id="62" name="SK-2-text-31">
            <a:extLst>
              <a:ext uri="{FF2B5EF4-FFF2-40B4-BE49-F238E27FC236}">
                <a16:creationId xmlns:a16="http://schemas.microsoft.com/office/drawing/2014/main" id="{3B8C779A-0FF6-656B-A2BC-3D29EDAFDAAB}"/>
              </a:ext>
            </a:extLst>
          </p:cNvPr>
          <p:cNvSpPr/>
          <p:nvPr/>
        </p:nvSpPr>
        <p:spPr>
          <a:xfrm>
            <a:off x="723900" y="3875038"/>
            <a:ext cx="178311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Contexte métier, besoins de l'entreprise et objectifs stratégiques.</a:t>
            </a:r>
            <a:endParaRPr lang="en-US" sz="1050" dirty="0"/>
          </a:p>
        </p:txBody>
      </p:sp>
      <p:sp>
        <p:nvSpPr>
          <p:cNvPr id="64" name="SK-2-text-32">
            <a:extLst>
              <a:ext uri="{FF2B5EF4-FFF2-40B4-BE49-F238E27FC236}">
                <a16:creationId xmlns:a16="http://schemas.microsoft.com/office/drawing/2014/main" id="{5A763DEE-E6CF-04E4-CC77-2D6235C2C261}"/>
              </a:ext>
            </a:extLst>
          </p:cNvPr>
          <p:cNvSpPr/>
          <p:nvPr/>
        </p:nvSpPr>
        <p:spPr>
          <a:xfrm>
            <a:off x="3460403" y="2924621"/>
            <a:ext cx="79057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CB369"/>
                </a:solidFill>
              </a:rPr>
              <a:t>SECTION 02</a:t>
            </a:r>
            <a:endParaRPr lang="en-US" sz="900" dirty="0"/>
          </a:p>
        </p:txBody>
      </p:sp>
      <p:sp>
        <p:nvSpPr>
          <p:cNvPr id="66" name="SK-2-text-33">
            <a:extLst>
              <a:ext uri="{FF2B5EF4-FFF2-40B4-BE49-F238E27FC236}">
                <a16:creationId xmlns:a16="http://schemas.microsoft.com/office/drawing/2014/main" id="{30DAB3B6-6626-1A04-31B5-210B7E8DDDEE}"/>
              </a:ext>
            </a:extLst>
          </p:cNvPr>
          <p:cNvSpPr/>
          <p:nvPr/>
        </p:nvSpPr>
        <p:spPr>
          <a:xfrm>
            <a:off x="2964210" y="3172271"/>
            <a:ext cx="1783110" cy="4455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Activité 1 — Front-end</a:t>
            </a:r>
            <a:endParaRPr lang="en-US" sz="1350" dirty="0"/>
          </a:p>
        </p:txBody>
      </p:sp>
      <p:sp>
        <p:nvSpPr>
          <p:cNvPr id="68" name="SK-2-text-34">
            <a:extLst>
              <a:ext uri="{FF2B5EF4-FFF2-40B4-BE49-F238E27FC236}">
                <a16:creationId xmlns:a16="http://schemas.microsoft.com/office/drawing/2014/main" id="{D45D0B5F-8838-D1BF-10E5-D9C7980DD3E6}"/>
              </a:ext>
            </a:extLst>
          </p:cNvPr>
          <p:cNvSpPr/>
          <p:nvPr/>
        </p:nvSpPr>
        <p:spPr>
          <a:xfrm>
            <a:off x="2964210" y="3875038"/>
            <a:ext cx="178311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Conception UI/UX, interfaces réactives et dynamisme JavaScript.</a:t>
            </a:r>
            <a:endParaRPr lang="en-US" sz="1050" dirty="0"/>
          </a:p>
        </p:txBody>
      </p:sp>
      <p:sp>
        <p:nvSpPr>
          <p:cNvPr id="70" name="SK-2-text-35">
            <a:extLst>
              <a:ext uri="{FF2B5EF4-FFF2-40B4-BE49-F238E27FC236}">
                <a16:creationId xmlns:a16="http://schemas.microsoft.com/office/drawing/2014/main" id="{4A08CCD1-5B27-D71E-57CA-3CE6D4CEAAD6}"/>
              </a:ext>
            </a:extLst>
          </p:cNvPr>
          <p:cNvSpPr/>
          <p:nvPr/>
        </p:nvSpPr>
        <p:spPr>
          <a:xfrm>
            <a:off x="5700713" y="2924621"/>
            <a:ext cx="79057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CB369"/>
                </a:solidFill>
              </a:rPr>
              <a:t>SECTION 03</a:t>
            </a:r>
            <a:endParaRPr lang="en-US" sz="900" dirty="0"/>
          </a:p>
        </p:txBody>
      </p:sp>
      <p:sp>
        <p:nvSpPr>
          <p:cNvPr id="72" name="SK-2-text-36">
            <a:extLst>
              <a:ext uri="{FF2B5EF4-FFF2-40B4-BE49-F238E27FC236}">
                <a16:creationId xmlns:a16="http://schemas.microsoft.com/office/drawing/2014/main" id="{76F949C9-7297-EF2F-C161-9178AEA2350F}"/>
              </a:ext>
            </a:extLst>
          </p:cNvPr>
          <p:cNvSpPr/>
          <p:nvPr/>
        </p:nvSpPr>
        <p:spPr>
          <a:xfrm>
            <a:off x="5204520" y="3172271"/>
            <a:ext cx="1783110" cy="4455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Activité 2 — Back-end</a:t>
            </a:r>
            <a:endParaRPr lang="en-US" sz="1350" dirty="0"/>
          </a:p>
        </p:txBody>
      </p:sp>
      <p:sp>
        <p:nvSpPr>
          <p:cNvPr id="74" name="SK-2-text-37">
            <a:extLst>
              <a:ext uri="{FF2B5EF4-FFF2-40B4-BE49-F238E27FC236}">
                <a16:creationId xmlns:a16="http://schemas.microsoft.com/office/drawing/2014/main" id="{0DBC39B7-5079-5687-D56B-DEDA752AC7C1}"/>
              </a:ext>
            </a:extLst>
          </p:cNvPr>
          <p:cNvSpPr/>
          <p:nvPr/>
        </p:nvSpPr>
        <p:spPr>
          <a:xfrm>
            <a:off x="5204520" y="3875038"/>
            <a:ext cx="178311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MVC, API REST, ORM Sequelize et workflow métier.</a:t>
            </a:r>
            <a:endParaRPr lang="en-US" sz="1050" dirty="0"/>
          </a:p>
        </p:txBody>
      </p:sp>
      <p:sp>
        <p:nvSpPr>
          <p:cNvPr id="76" name="SK-2-text-38">
            <a:extLst>
              <a:ext uri="{FF2B5EF4-FFF2-40B4-BE49-F238E27FC236}">
                <a16:creationId xmlns:a16="http://schemas.microsoft.com/office/drawing/2014/main" id="{DEFD60BE-8A72-5F76-672A-8B02026FEC8C}"/>
              </a:ext>
            </a:extLst>
          </p:cNvPr>
          <p:cNvSpPr/>
          <p:nvPr/>
        </p:nvSpPr>
        <p:spPr>
          <a:xfrm>
            <a:off x="7936260" y="2924621"/>
            <a:ext cx="8001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CB369"/>
                </a:solidFill>
              </a:rPr>
              <a:t>SECTION 04</a:t>
            </a:r>
            <a:endParaRPr lang="en-US" sz="900" dirty="0"/>
          </a:p>
        </p:txBody>
      </p:sp>
      <p:sp>
        <p:nvSpPr>
          <p:cNvPr id="78" name="SK-2-text-39">
            <a:extLst>
              <a:ext uri="{FF2B5EF4-FFF2-40B4-BE49-F238E27FC236}">
                <a16:creationId xmlns:a16="http://schemas.microsoft.com/office/drawing/2014/main" id="{B4BF550C-DFA7-7E90-D142-D08A31A4F293}"/>
              </a:ext>
            </a:extLst>
          </p:cNvPr>
          <p:cNvSpPr/>
          <p:nvPr/>
        </p:nvSpPr>
        <p:spPr>
          <a:xfrm>
            <a:off x="7474297" y="3172271"/>
            <a:ext cx="172402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Qualité et sécurité</a:t>
            </a:r>
            <a:endParaRPr lang="en-US" sz="1350" dirty="0"/>
          </a:p>
        </p:txBody>
      </p:sp>
      <p:sp>
        <p:nvSpPr>
          <p:cNvPr id="80" name="SK-2-text-40">
            <a:extLst>
              <a:ext uri="{FF2B5EF4-FFF2-40B4-BE49-F238E27FC236}">
                <a16:creationId xmlns:a16="http://schemas.microsoft.com/office/drawing/2014/main" id="{511FCD68-F077-E349-2316-068DE044E9CA}"/>
              </a:ext>
            </a:extLst>
          </p:cNvPr>
          <p:cNvSpPr/>
          <p:nvPr/>
        </p:nvSpPr>
        <p:spPr>
          <a:xfrm>
            <a:off x="7444829" y="3652242"/>
            <a:ext cx="178311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Sécurisation des données, documentation API et déploiement.</a:t>
            </a:r>
            <a:endParaRPr lang="en-US" sz="1050" dirty="0"/>
          </a:p>
        </p:txBody>
      </p:sp>
      <p:sp>
        <p:nvSpPr>
          <p:cNvPr id="82" name="SK-2-text-41">
            <a:extLst>
              <a:ext uri="{FF2B5EF4-FFF2-40B4-BE49-F238E27FC236}">
                <a16:creationId xmlns:a16="http://schemas.microsoft.com/office/drawing/2014/main" id="{85D55239-AC88-BCEC-F7E7-219182CF8615}"/>
              </a:ext>
            </a:extLst>
          </p:cNvPr>
          <p:cNvSpPr/>
          <p:nvPr/>
        </p:nvSpPr>
        <p:spPr>
          <a:xfrm>
            <a:off x="10181332" y="2924621"/>
            <a:ext cx="79057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CB369"/>
                </a:solidFill>
              </a:rPr>
              <a:t>SECTION 05</a:t>
            </a:r>
            <a:endParaRPr lang="en-US" sz="900" dirty="0"/>
          </a:p>
        </p:txBody>
      </p:sp>
      <p:sp>
        <p:nvSpPr>
          <p:cNvPr id="84" name="SK-2-text-42">
            <a:extLst>
              <a:ext uri="{FF2B5EF4-FFF2-40B4-BE49-F238E27FC236}">
                <a16:creationId xmlns:a16="http://schemas.microsoft.com/office/drawing/2014/main" id="{3C94941C-7F92-F506-B7D6-D4CE48F4A55D}"/>
              </a:ext>
            </a:extLst>
          </p:cNvPr>
          <p:cNvSpPr/>
          <p:nvPr/>
        </p:nvSpPr>
        <p:spPr>
          <a:xfrm>
            <a:off x="9685139" y="3172271"/>
            <a:ext cx="1783110" cy="4455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Bilan et perspectives</a:t>
            </a:r>
            <a:endParaRPr lang="en-US" sz="1350" dirty="0"/>
          </a:p>
        </p:txBody>
      </p:sp>
      <p:sp>
        <p:nvSpPr>
          <p:cNvPr id="86" name="SK-2-text-43">
            <a:extLst>
              <a:ext uri="{FF2B5EF4-FFF2-40B4-BE49-F238E27FC236}">
                <a16:creationId xmlns:a16="http://schemas.microsoft.com/office/drawing/2014/main" id="{DC338B7B-67BE-C307-99AC-6C585C01C888}"/>
              </a:ext>
            </a:extLst>
          </p:cNvPr>
          <p:cNvSpPr/>
          <p:nvPr/>
        </p:nvSpPr>
        <p:spPr>
          <a:xfrm>
            <a:off x="9685139" y="3875038"/>
            <a:ext cx="178311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Résultats obtenus, défis techniques et évolutions futures.</a:t>
            </a:r>
            <a:endParaRPr lang="en-US" sz="1050" dirty="0"/>
          </a:p>
        </p:txBody>
      </p:sp>
      <p:sp>
        <p:nvSpPr>
          <p:cNvPr id="88" name="SK-2-text-44">
            <a:extLst>
              <a:ext uri="{FF2B5EF4-FFF2-40B4-BE49-F238E27FC236}">
                <a16:creationId xmlns:a16="http://schemas.microsoft.com/office/drawing/2014/main" id="{E2F646E4-1F66-D268-B13A-4A986EBD7C1E}"/>
              </a:ext>
            </a:extLst>
          </p:cNvPr>
          <p:cNvSpPr/>
          <p:nvPr/>
        </p:nvSpPr>
        <p:spPr>
          <a:xfrm>
            <a:off x="3087291" y="5237113"/>
            <a:ext cx="9104709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fil suit tout le cycle du projet, du besoin métier au déploiement et à l'évaluation.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51232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6" grpId="0" animBg="1"/>
      <p:bldP spid="68" grpId="0" animBg="1"/>
      <p:bldP spid="70" grpId="0" animBg="1"/>
      <p:bldP spid="72" grpId="0" animBg="1"/>
      <p:bldP spid="74" grpId="0" animBg="1"/>
      <p:bldP spid="76" grpId="0" animBg="1"/>
      <p:bldP spid="78" grpId="0" animBg="1"/>
      <p:bldP spid="80" grpId="0" animBg="1"/>
      <p:bldP spid="82" grpId="0" animBg="1"/>
      <p:bldP spid="84" grpId="0" animBg="1"/>
      <p:bldP spid="8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C64012C-FD70-D326-E5A1-46A64C87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9C63DC-776D-4E11-B25B-6B7A6DE98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330B7C-40EE-7CBE-9F5A-3BB76AC4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3</a:t>
            </a:fld>
            <a:endParaRPr lang="fr-FR"/>
          </a:p>
        </p:txBody>
      </p:sp>
      <p:pic>
        <p:nvPicPr>
          <p:cNvPr id="6" name="SK-3-img-3" descr="preencoded.png">
            <a:extLst>
              <a:ext uri="{FF2B5EF4-FFF2-40B4-BE49-F238E27FC236}">
                <a16:creationId xmlns:a16="http://schemas.microsoft.com/office/drawing/2014/main" id="{10A09698-4489-79BA-BE81-9B0609FD5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10668000" cy="641896"/>
          </a:xfrm>
          <a:prstGeom prst="rect">
            <a:avLst/>
          </a:prstGeom>
        </p:spPr>
      </p:pic>
      <p:pic>
        <p:nvPicPr>
          <p:cNvPr id="8" name="SK-3-img-4" descr="preencoded.png">
            <a:extLst>
              <a:ext uri="{FF2B5EF4-FFF2-40B4-BE49-F238E27FC236}">
                <a16:creationId xmlns:a16="http://schemas.microsoft.com/office/drawing/2014/main" id="{2B5152D5-9B93-6AB3-E7BE-CDC902F14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287659"/>
            <a:ext cx="5181600" cy="23505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SK-3-img-5" descr="preencoded.png">
            <a:extLst>
              <a:ext uri="{FF2B5EF4-FFF2-40B4-BE49-F238E27FC236}">
                <a16:creationId xmlns:a16="http://schemas.microsoft.com/office/drawing/2014/main" id="{79CE9B3A-5507-B7D8-93F7-240DCA4EF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480096"/>
            <a:ext cx="381000" cy="381000"/>
          </a:xfrm>
          <a:prstGeom prst="rect">
            <a:avLst/>
          </a:prstGeom>
        </p:spPr>
      </p:pic>
      <p:pic>
        <p:nvPicPr>
          <p:cNvPr id="12" name="SK-3-img-6" descr="preencoded.png">
            <a:extLst>
              <a:ext uri="{FF2B5EF4-FFF2-40B4-BE49-F238E27FC236}">
                <a16:creationId xmlns:a16="http://schemas.microsoft.com/office/drawing/2014/main" id="{49EBAC72-AE30-3FA6-2D12-BF981A794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1556296"/>
            <a:ext cx="285750" cy="228600"/>
          </a:xfrm>
          <a:prstGeom prst="rect">
            <a:avLst/>
          </a:prstGeom>
        </p:spPr>
      </p:pic>
      <p:pic>
        <p:nvPicPr>
          <p:cNvPr id="14" name="SK-3-img-7" descr="preencoded.png">
            <a:extLst>
              <a:ext uri="{FF2B5EF4-FFF2-40B4-BE49-F238E27FC236}">
                <a16:creationId xmlns:a16="http://schemas.microsoft.com/office/drawing/2014/main" id="{AB2127F7-526B-6DE5-A0C3-E182196FA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013496"/>
            <a:ext cx="202406" cy="202406"/>
          </a:xfrm>
          <a:prstGeom prst="rect">
            <a:avLst/>
          </a:prstGeom>
        </p:spPr>
      </p:pic>
      <p:pic>
        <p:nvPicPr>
          <p:cNvPr id="16" name="SK-3-img-8" descr="preencoded.png">
            <a:extLst>
              <a:ext uri="{FF2B5EF4-FFF2-40B4-BE49-F238E27FC236}">
                <a16:creationId xmlns:a16="http://schemas.microsoft.com/office/drawing/2014/main" id="{27518B20-D442-7EED-2706-B83194FDB4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581126"/>
            <a:ext cx="202406" cy="236041"/>
          </a:xfrm>
          <a:prstGeom prst="rect">
            <a:avLst/>
          </a:prstGeom>
        </p:spPr>
      </p:pic>
      <p:pic>
        <p:nvPicPr>
          <p:cNvPr id="18" name="SK-3-img-9" descr="preencoded.png">
            <a:extLst>
              <a:ext uri="{FF2B5EF4-FFF2-40B4-BE49-F238E27FC236}">
                <a16:creationId xmlns:a16="http://schemas.microsoft.com/office/drawing/2014/main" id="{266F9A5B-D739-2D80-082D-15562D805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3148757"/>
            <a:ext cx="202406" cy="188863"/>
          </a:xfrm>
          <a:prstGeom prst="rect">
            <a:avLst/>
          </a:prstGeom>
        </p:spPr>
      </p:pic>
      <p:pic>
        <p:nvPicPr>
          <p:cNvPr id="20" name="SK-3-img-10" descr="preencoded.png">
            <a:extLst>
              <a:ext uri="{FF2B5EF4-FFF2-40B4-BE49-F238E27FC236}">
                <a16:creationId xmlns:a16="http://schemas.microsoft.com/office/drawing/2014/main" id="{1EF25C9A-D9FE-6E28-D485-9B0286904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84833"/>
            <a:ext cx="5181600" cy="23505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SK-3-img-11" descr="preencoded.png">
            <a:extLst>
              <a:ext uri="{FF2B5EF4-FFF2-40B4-BE49-F238E27FC236}">
                <a16:creationId xmlns:a16="http://schemas.microsoft.com/office/drawing/2014/main" id="{E82EDD5D-90F8-6BF0-C4AE-749357BC60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480096"/>
            <a:ext cx="381000" cy="381000"/>
          </a:xfrm>
          <a:prstGeom prst="rect">
            <a:avLst/>
          </a:prstGeom>
        </p:spPr>
      </p:pic>
      <p:pic>
        <p:nvPicPr>
          <p:cNvPr id="24" name="SK-3-img-12" descr="preencoded.png">
            <a:extLst>
              <a:ext uri="{FF2B5EF4-FFF2-40B4-BE49-F238E27FC236}">
                <a16:creationId xmlns:a16="http://schemas.microsoft.com/office/drawing/2014/main" id="{EB501B0B-BC05-A075-A82B-BDB914F879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25" y="1556296"/>
            <a:ext cx="285750" cy="228600"/>
          </a:xfrm>
          <a:prstGeom prst="rect">
            <a:avLst/>
          </a:prstGeom>
        </p:spPr>
      </p:pic>
      <p:pic>
        <p:nvPicPr>
          <p:cNvPr id="26" name="SK-3-img-13" descr="preencoded.png">
            <a:extLst>
              <a:ext uri="{FF2B5EF4-FFF2-40B4-BE49-F238E27FC236}">
                <a16:creationId xmlns:a16="http://schemas.microsoft.com/office/drawing/2014/main" id="{8F716F08-4979-4154-F03A-C73D4A42B2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013496"/>
            <a:ext cx="202406" cy="217884"/>
          </a:xfrm>
          <a:prstGeom prst="rect">
            <a:avLst/>
          </a:prstGeom>
        </p:spPr>
      </p:pic>
      <p:pic>
        <p:nvPicPr>
          <p:cNvPr id="28" name="SK-3-img-14" descr="preencoded.png">
            <a:extLst>
              <a:ext uri="{FF2B5EF4-FFF2-40B4-BE49-F238E27FC236}">
                <a16:creationId xmlns:a16="http://schemas.microsoft.com/office/drawing/2014/main" id="{0369F5A5-0975-FBE8-F72B-9547AEA53A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581126"/>
            <a:ext cx="202406" cy="236041"/>
          </a:xfrm>
          <a:prstGeom prst="rect">
            <a:avLst/>
          </a:prstGeom>
        </p:spPr>
      </p:pic>
      <p:pic>
        <p:nvPicPr>
          <p:cNvPr id="30" name="SK-3-img-15" descr="preencoded.png">
            <a:extLst>
              <a:ext uri="{FF2B5EF4-FFF2-40B4-BE49-F238E27FC236}">
                <a16:creationId xmlns:a16="http://schemas.microsoft.com/office/drawing/2014/main" id="{34B86704-CB0A-9A37-932C-61C584DE24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148757"/>
            <a:ext cx="202406" cy="236041"/>
          </a:xfrm>
          <a:prstGeom prst="rect">
            <a:avLst/>
          </a:prstGeom>
        </p:spPr>
      </p:pic>
      <p:sp>
        <p:nvSpPr>
          <p:cNvPr id="36" name="SK-3-text-19">
            <a:extLst>
              <a:ext uri="{FF2B5EF4-FFF2-40B4-BE49-F238E27FC236}">
                <a16:creationId xmlns:a16="http://schemas.microsoft.com/office/drawing/2014/main" id="{38A020AB-FBFB-5659-BA43-0B6226D6726E}"/>
              </a:ext>
            </a:extLst>
          </p:cNvPr>
          <p:cNvSpPr/>
          <p:nvPr/>
        </p:nvSpPr>
        <p:spPr>
          <a:xfrm>
            <a:off x="952500" y="381000"/>
            <a:ext cx="10553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38" name="SK-3-text-20">
            <a:extLst>
              <a:ext uri="{FF2B5EF4-FFF2-40B4-BE49-F238E27FC236}">
                <a16:creationId xmlns:a16="http://schemas.microsoft.com/office/drawing/2014/main" id="{374C0E83-58A7-C52A-3D89-CEBBF83F333B}"/>
              </a:ext>
            </a:extLst>
          </p:cNvPr>
          <p:cNvSpPr/>
          <p:nvPr/>
        </p:nvSpPr>
        <p:spPr>
          <a:xfrm>
            <a:off x="952500" y="657225"/>
            <a:ext cx="10629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Présentation de FM Abattage</a:t>
            </a:r>
            <a:endParaRPr lang="en-US" sz="2400" dirty="0"/>
          </a:p>
        </p:txBody>
      </p:sp>
      <p:sp>
        <p:nvSpPr>
          <p:cNvPr id="40" name="SK-3-text-21">
            <a:extLst>
              <a:ext uri="{FF2B5EF4-FFF2-40B4-BE49-F238E27FC236}">
                <a16:creationId xmlns:a16="http://schemas.microsoft.com/office/drawing/2014/main" id="{716A37FC-5C32-1867-61BC-CBF48477CC9D}"/>
              </a:ext>
            </a:extLst>
          </p:cNvPr>
          <p:cNvSpPr/>
          <p:nvPr/>
        </p:nvSpPr>
        <p:spPr>
          <a:xfrm>
            <a:off x="1485900" y="1527721"/>
            <a:ext cx="5124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419"/>
                </a:solidFill>
              </a:rPr>
              <a:t>Profil de l'Entreprise</a:t>
            </a:r>
            <a:endParaRPr lang="en-US" sz="1500" dirty="0"/>
          </a:p>
        </p:txBody>
      </p:sp>
      <p:sp>
        <p:nvSpPr>
          <p:cNvPr id="42" name="SK-3-text-22">
            <a:extLst>
              <a:ext uri="{FF2B5EF4-FFF2-40B4-BE49-F238E27FC236}">
                <a16:creationId xmlns:a16="http://schemas.microsoft.com/office/drawing/2014/main" id="{653ABCA7-BF99-1E20-69DB-C7F2833F58E8}"/>
              </a:ext>
            </a:extLst>
          </p:cNvPr>
          <p:cNvSpPr/>
          <p:nvPr/>
        </p:nvSpPr>
        <p:spPr>
          <a:xfrm>
            <a:off x="1288256" y="2013496"/>
            <a:ext cx="4426744" cy="453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réel :</a:t>
            </a:r>
            <a:r>
              <a:rPr lang="en-US" sz="12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TPE spécialisée en paysagisme et entretien d'espaces verts.</a:t>
            </a:r>
            <a:endParaRPr lang="en-US" sz="1275" dirty="0"/>
          </a:p>
        </p:txBody>
      </p:sp>
      <p:sp>
        <p:nvSpPr>
          <p:cNvPr id="44" name="SK-3-text-23">
            <a:extLst>
              <a:ext uri="{FF2B5EF4-FFF2-40B4-BE49-F238E27FC236}">
                <a16:creationId xmlns:a16="http://schemas.microsoft.com/office/drawing/2014/main" id="{443DFEF6-FFBE-C9D2-28DD-E4B371F52733}"/>
              </a:ext>
            </a:extLst>
          </p:cNvPr>
          <p:cNvSpPr/>
          <p:nvPr/>
        </p:nvSpPr>
        <p:spPr>
          <a:xfrm>
            <a:off x="1288256" y="2581126"/>
            <a:ext cx="4426744" cy="453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Activité métier :</a:t>
            </a:r>
            <a:r>
              <a:rPr lang="en-US" sz="12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Abattage d'arbres, élagage technique et aménagement extérieur.</a:t>
            </a:r>
            <a:endParaRPr lang="en-US" sz="1275" dirty="0"/>
          </a:p>
        </p:txBody>
      </p:sp>
      <p:sp>
        <p:nvSpPr>
          <p:cNvPr id="46" name="SK-3-text-24">
            <a:extLst>
              <a:ext uri="{FF2B5EF4-FFF2-40B4-BE49-F238E27FC236}">
                <a16:creationId xmlns:a16="http://schemas.microsoft.com/office/drawing/2014/main" id="{35560E66-6A2E-51A4-0027-8922505B90DB}"/>
              </a:ext>
            </a:extLst>
          </p:cNvPr>
          <p:cNvSpPr/>
          <p:nvPr/>
        </p:nvSpPr>
        <p:spPr>
          <a:xfrm>
            <a:off x="1288256" y="3148757"/>
            <a:ext cx="4426744" cy="453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Contexte :</a:t>
            </a:r>
            <a:r>
              <a:rPr lang="en-US" sz="12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Structure à taille humaine nécessitant une gestion agile.</a:t>
            </a:r>
            <a:endParaRPr lang="en-US" sz="1275" dirty="0"/>
          </a:p>
        </p:txBody>
      </p:sp>
      <p:sp>
        <p:nvSpPr>
          <p:cNvPr id="48" name="SK-3-text-25">
            <a:extLst>
              <a:ext uri="{FF2B5EF4-FFF2-40B4-BE49-F238E27FC236}">
                <a16:creationId xmlns:a16="http://schemas.microsoft.com/office/drawing/2014/main" id="{7BC428B1-4F16-84E4-DF5B-CDA08028F73C}"/>
              </a:ext>
            </a:extLst>
          </p:cNvPr>
          <p:cNvSpPr/>
          <p:nvPr/>
        </p:nvSpPr>
        <p:spPr>
          <a:xfrm>
            <a:off x="6972300" y="1527721"/>
            <a:ext cx="4438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419"/>
                </a:solidFill>
              </a:rPr>
              <a:t>Le Besoin Numérique</a:t>
            </a:r>
            <a:endParaRPr lang="en-US" sz="1500" dirty="0"/>
          </a:p>
        </p:txBody>
      </p:sp>
      <p:sp>
        <p:nvSpPr>
          <p:cNvPr id="50" name="SK-3-text-26">
            <a:extLst>
              <a:ext uri="{FF2B5EF4-FFF2-40B4-BE49-F238E27FC236}">
                <a16:creationId xmlns:a16="http://schemas.microsoft.com/office/drawing/2014/main" id="{7AB5F6DA-FDE5-C7B0-AFCE-2A6F916DF925}"/>
              </a:ext>
            </a:extLst>
          </p:cNvPr>
          <p:cNvSpPr/>
          <p:nvPr/>
        </p:nvSpPr>
        <p:spPr>
          <a:xfrm>
            <a:off x="6774656" y="2013496"/>
            <a:ext cx="4426744" cy="453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Simplification :</a:t>
            </a:r>
            <a:r>
              <a:rPr lang="en-US" sz="12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Réduire la lourdeur des tâches administratives quotidiennes.</a:t>
            </a:r>
            <a:endParaRPr lang="en-US" sz="1275" dirty="0"/>
          </a:p>
        </p:txBody>
      </p:sp>
      <p:sp>
        <p:nvSpPr>
          <p:cNvPr id="52" name="SK-3-text-27">
            <a:extLst>
              <a:ext uri="{FF2B5EF4-FFF2-40B4-BE49-F238E27FC236}">
                <a16:creationId xmlns:a16="http://schemas.microsoft.com/office/drawing/2014/main" id="{EA0B6EE7-7663-842F-4AC7-9B8EC550E832}"/>
              </a:ext>
            </a:extLst>
          </p:cNvPr>
          <p:cNvSpPr/>
          <p:nvPr/>
        </p:nvSpPr>
        <p:spPr>
          <a:xfrm>
            <a:off x="6774656" y="2581126"/>
            <a:ext cx="4426744" cy="453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Centralisation :</a:t>
            </a:r>
            <a:r>
              <a:rPr lang="en-US" sz="12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Regrouper les données clients, devis et factures sur un seul outil.</a:t>
            </a:r>
            <a:endParaRPr lang="en-US" sz="1275" dirty="0"/>
          </a:p>
        </p:txBody>
      </p:sp>
      <p:sp>
        <p:nvSpPr>
          <p:cNvPr id="54" name="SK-3-text-28">
            <a:extLst>
              <a:ext uri="{FF2B5EF4-FFF2-40B4-BE49-F238E27FC236}">
                <a16:creationId xmlns:a16="http://schemas.microsoft.com/office/drawing/2014/main" id="{A66130AD-E064-E756-51D9-50E87F31C93C}"/>
              </a:ext>
            </a:extLst>
          </p:cNvPr>
          <p:cNvSpPr/>
          <p:nvPr/>
        </p:nvSpPr>
        <p:spPr>
          <a:xfrm>
            <a:off x="6774656" y="3148757"/>
            <a:ext cx="4426744" cy="453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Accessibilité :</a:t>
            </a:r>
            <a:r>
              <a:rPr lang="en-US" sz="12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 web permettant un accès rapide à l'information métier.</a:t>
            </a:r>
            <a:endParaRPr lang="en-US" sz="1275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DB81170B-F0D8-9C8C-FD5F-2FEF511DBAEA}"/>
              </a:ext>
            </a:extLst>
          </p:cNvPr>
          <p:cNvSpPr/>
          <p:nvPr/>
        </p:nvSpPr>
        <p:spPr>
          <a:xfrm>
            <a:off x="2074985" y="3716387"/>
            <a:ext cx="8475784" cy="267087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Site vitrine de FM Abattage">
            <a:extLst>
              <a:ext uri="{FF2B5EF4-FFF2-40B4-BE49-F238E27FC236}">
                <a16:creationId xmlns:a16="http://schemas.microsoft.com/office/drawing/2014/main" id="{E3472F79-D104-2F75-919D-E871E81851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24099" y="3878312"/>
            <a:ext cx="7004539" cy="243121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7B1A5BD-0B99-6142-2355-29B7F42D04E2}"/>
              </a:ext>
            </a:extLst>
          </p:cNvPr>
          <p:cNvSpPr txBox="1"/>
          <p:nvPr/>
        </p:nvSpPr>
        <p:spPr>
          <a:xfrm>
            <a:off x="9500088" y="4832037"/>
            <a:ext cx="11078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Site vitrine de FM Abattage</a:t>
            </a:r>
          </a:p>
        </p:txBody>
      </p:sp>
    </p:spTree>
    <p:extLst>
      <p:ext uri="{BB962C8B-B14F-4D97-AF65-F5344CB8AC3E}">
        <p14:creationId xmlns:p14="http://schemas.microsoft.com/office/powerpoint/2010/main" val="105256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31F513-3CD3-A58B-DE85-53FC0DD59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Introduction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5C5F5A6-DF89-5935-E931-8EA7BD72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344CFE-2426-7AFD-933B-C801DDB9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4</a:t>
            </a:fld>
            <a:endParaRPr lang="fr-FR"/>
          </a:p>
        </p:txBody>
      </p:sp>
      <p:pic>
        <p:nvPicPr>
          <p:cNvPr id="6" name="SK-4-img-3" descr="preencoded.png">
            <a:extLst>
              <a:ext uri="{FF2B5EF4-FFF2-40B4-BE49-F238E27FC236}">
                <a16:creationId xmlns:a16="http://schemas.microsoft.com/office/drawing/2014/main" id="{A650AEDD-EFD9-98A7-CB32-DE4E3C0A1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4-img-4" descr="preencoded.png">
            <a:extLst>
              <a:ext uri="{FF2B5EF4-FFF2-40B4-BE49-F238E27FC236}">
                <a16:creationId xmlns:a16="http://schemas.microsoft.com/office/drawing/2014/main" id="{C653593A-7F7A-A809-28C2-1D09B7E34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30548"/>
            <a:ext cx="261937" cy="213420"/>
          </a:xfrm>
          <a:prstGeom prst="rect">
            <a:avLst/>
          </a:prstGeom>
        </p:spPr>
      </p:pic>
      <p:pic>
        <p:nvPicPr>
          <p:cNvPr id="10" name="SK-4-img-5" descr="preencoded.png">
            <a:extLst>
              <a:ext uri="{FF2B5EF4-FFF2-40B4-BE49-F238E27FC236}">
                <a16:creationId xmlns:a16="http://schemas.microsoft.com/office/drawing/2014/main" id="{C63D406A-4450-5280-0AC8-90ED119F3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37321"/>
            <a:ext cx="228600" cy="190500"/>
          </a:xfrm>
          <a:prstGeom prst="rect">
            <a:avLst/>
          </a:prstGeom>
        </p:spPr>
      </p:pic>
      <p:pic>
        <p:nvPicPr>
          <p:cNvPr id="12" name="SK-4-img-6" descr="preencoded.png">
            <a:extLst>
              <a:ext uri="{FF2B5EF4-FFF2-40B4-BE49-F238E27FC236}">
                <a16:creationId xmlns:a16="http://schemas.microsoft.com/office/drawing/2014/main" id="{155AC71C-3571-1D10-5414-038FC05A6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584996"/>
            <a:ext cx="228600" cy="190500"/>
          </a:xfrm>
          <a:prstGeom prst="rect">
            <a:avLst/>
          </a:prstGeom>
        </p:spPr>
      </p:pic>
      <p:pic>
        <p:nvPicPr>
          <p:cNvPr id="14" name="SK-4-img-7" descr="preencoded.png">
            <a:extLst>
              <a:ext uri="{FF2B5EF4-FFF2-40B4-BE49-F238E27FC236}">
                <a16:creationId xmlns:a16="http://schemas.microsoft.com/office/drawing/2014/main" id="{1D191490-0D50-C4CF-4D39-57A8F05798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032671"/>
            <a:ext cx="228600" cy="190500"/>
          </a:xfrm>
          <a:prstGeom prst="rect">
            <a:avLst/>
          </a:prstGeom>
        </p:spPr>
      </p:pic>
      <p:pic>
        <p:nvPicPr>
          <p:cNvPr id="16" name="SK-4-img-8" descr="preencoded.png">
            <a:extLst>
              <a:ext uri="{FF2B5EF4-FFF2-40B4-BE49-F238E27FC236}">
                <a16:creationId xmlns:a16="http://schemas.microsoft.com/office/drawing/2014/main" id="{EFBD60CD-BFA1-ECF1-84A0-F6BA92C9BE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480346"/>
            <a:ext cx="228600" cy="190500"/>
          </a:xfrm>
          <a:prstGeom prst="rect">
            <a:avLst/>
          </a:prstGeom>
        </p:spPr>
      </p:pic>
      <p:pic>
        <p:nvPicPr>
          <p:cNvPr id="18" name="SK-4-img-9" descr="preencoded.png">
            <a:extLst>
              <a:ext uri="{FF2B5EF4-FFF2-40B4-BE49-F238E27FC236}">
                <a16:creationId xmlns:a16="http://schemas.microsoft.com/office/drawing/2014/main" id="{ECFB6988-525A-F776-1A9E-94604C7E3F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8" y="1632496"/>
            <a:ext cx="9525" cy="3387179"/>
          </a:xfrm>
          <a:prstGeom prst="rect">
            <a:avLst/>
          </a:prstGeom>
        </p:spPr>
      </p:pic>
      <p:pic>
        <p:nvPicPr>
          <p:cNvPr id="20" name="SK-4-img-10" descr="preencoded.png">
            <a:extLst>
              <a:ext uri="{FF2B5EF4-FFF2-40B4-BE49-F238E27FC236}">
                <a16:creationId xmlns:a16="http://schemas.microsoft.com/office/drawing/2014/main" id="{4233741F-8A61-05CE-A128-D0172C6871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1763" y="1530548"/>
            <a:ext cx="261937" cy="213420"/>
          </a:xfrm>
          <a:prstGeom prst="rect">
            <a:avLst/>
          </a:prstGeom>
        </p:spPr>
      </p:pic>
      <p:pic>
        <p:nvPicPr>
          <p:cNvPr id="22" name="SK-4-img-11" descr="preencoded.png">
            <a:extLst>
              <a:ext uri="{FF2B5EF4-FFF2-40B4-BE49-F238E27FC236}">
                <a16:creationId xmlns:a16="http://schemas.microsoft.com/office/drawing/2014/main" id="{FC223752-4BD9-4746-8B0C-781745266C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1763" y="2137321"/>
            <a:ext cx="228600" cy="190500"/>
          </a:xfrm>
          <a:prstGeom prst="rect">
            <a:avLst/>
          </a:prstGeom>
        </p:spPr>
      </p:pic>
      <p:pic>
        <p:nvPicPr>
          <p:cNvPr id="24" name="SK-4-img-12" descr="preencoded.png">
            <a:extLst>
              <a:ext uri="{FF2B5EF4-FFF2-40B4-BE49-F238E27FC236}">
                <a16:creationId xmlns:a16="http://schemas.microsoft.com/office/drawing/2014/main" id="{346CC673-061C-DF7D-DA66-20537D945C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1763" y="2584996"/>
            <a:ext cx="228600" cy="190500"/>
          </a:xfrm>
          <a:prstGeom prst="rect">
            <a:avLst/>
          </a:prstGeom>
        </p:spPr>
      </p:pic>
      <p:pic>
        <p:nvPicPr>
          <p:cNvPr id="26" name="SK-4-img-13" descr="preencoded.png">
            <a:extLst>
              <a:ext uri="{FF2B5EF4-FFF2-40B4-BE49-F238E27FC236}">
                <a16:creationId xmlns:a16="http://schemas.microsoft.com/office/drawing/2014/main" id="{DECD3217-39B4-1353-6315-CD95A208CF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1763" y="3032671"/>
            <a:ext cx="228600" cy="190500"/>
          </a:xfrm>
          <a:prstGeom prst="rect">
            <a:avLst/>
          </a:prstGeom>
        </p:spPr>
      </p:pic>
      <p:pic>
        <p:nvPicPr>
          <p:cNvPr id="28" name="SK-4-img-14" descr="preencoded.png">
            <a:extLst>
              <a:ext uri="{FF2B5EF4-FFF2-40B4-BE49-F238E27FC236}">
                <a16:creationId xmlns:a16="http://schemas.microsoft.com/office/drawing/2014/main" id="{5F5A9C8A-22CF-47A5-4C80-CB38DBB67C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1763" y="3480346"/>
            <a:ext cx="228600" cy="190500"/>
          </a:xfrm>
          <a:prstGeom prst="rect">
            <a:avLst/>
          </a:prstGeom>
        </p:spPr>
      </p:pic>
      <p:pic>
        <p:nvPicPr>
          <p:cNvPr id="30" name="SK-4-img-15" descr="preencoded.png">
            <a:extLst>
              <a:ext uri="{FF2B5EF4-FFF2-40B4-BE49-F238E27FC236}">
                <a16:creationId xmlns:a16="http://schemas.microsoft.com/office/drawing/2014/main" id="{9D9E61D9-40AA-7830-C545-B3784EBBB1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8369" y="3844925"/>
            <a:ext cx="5779477" cy="2355850"/>
          </a:xfrm>
          <a:prstGeom prst="rect">
            <a:avLst/>
          </a:prstGeom>
        </p:spPr>
      </p:pic>
      <p:sp>
        <p:nvSpPr>
          <p:cNvPr id="38" name="SK-4-text-20">
            <a:extLst>
              <a:ext uri="{FF2B5EF4-FFF2-40B4-BE49-F238E27FC236}">
                <a16:creationId xmlns:a16="http://schemas.microsoft.com/office/drawing/2014/main" id="{04DC73A9-6EE4-70F2-B732-83AD7CF8F5AA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40" name="SK-4-text-21">
            <a:extLst>
              <a:ext uri="{FF2B5EF4-FFF2-40B4-BE49-F238E27FC236}">
                <a16:creationId xmlns:a16="http://schemas.microsoft.com/office/drawing/2014/main" id="{1C4F728E-6B4C-64DC-5CBC-568D5381E2AB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Besoin métier : Avant / Après</a:t>
            </a:r>
            <a:endParaRPr lang="en-US" sz="2400" dirty="0"/>
          </a:p>
        </p:txBody>
      </p:sp>
      <p:sp>
        <p:nvSpPr>
          <p:cNvPr id="42" name="SK-4-text-22">
            <a:extLst>
              <a:ext uri="{FF2B5EF4-FFF2-40B4-BE49-F238E27FC236}">
                <a16:creationId xmlns:a16="http://schemas.microsoft.com/office/drawing/2014/main" id="{5B1F472E-8B49-FCD4-EFE8-10A79F2D627D}"/>
              </a:ext>
            </a:extLst>
          </p:cNvPr>
          <p:cNvSpPr/>
          <p:nvPr/>
        </p:nvSpPr>
        <p:spPr>
          <a:xfrm>
            <a:off x="1519238" y="1480096"/>
            <a:ext cx="563689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7A8C78"/>
                </a:solidFill>
              </a:rPr>
              <a:t>Gestion Traditionnelle</a:t>
            </a:r>
            <a:endParaRPr lang="en-US" sz="1650" dirty="0"/>
          </a:p>
        </p:txBody>
      </p:sp>
      <p:sp>
        <p:nvSpPr>
          <p:cNvPr id="44" name="SK-4-text-23">
            <a:extLst>
              <a:ext uri="{FF2B5EF4-FFF2-40B4-BE49-F238E27FC236}">
                <a16:creationId xmlns:a16="http://schemas.microsoft.com/office/drawing/2014/main" id="{B24EC4C7-4276-DF35-B7E5-4D763B14A9F8}"/>
              </a:ext>
            </a:extLst>
          </p:cNvPr>
          <p:cNvSpPr/>
          <p:nvPr/>
        </p:nvSpPr>
        <p:spPr>
          <a:xfrm>
            <a:off x="1524000" y="2099221"/>
            <a:ext cx="89325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Multiplication des feuilles de calcul Excel</a:t>
            </a:r>
            <a:endParaRPr lang="en-US" sz="1350" dirty="0"/>
          </a:p>
        </p:txBody>
      </p:sp>
      <p:sp>
        <p:nvSpPr>
          <p:cNvPr id="46" name="SK-4-text-24">
            <a:extLst>
              <a:ext uri="{FF2B5EF4-FFF2-40B4-BE49-F238E27FC236}">
                <a16:creationId xmlns:a16="http://schemas.microsoft.com/office/drawing/2014/main" id="{ABB2D899-D5B4-40F7-6E58-1A34038A2298}"/>
              </a:ext>
            </a:extLst>
          </p:cNvPr>
          <p:cNvSpPr/>
          <p:nvPr/>
        </p:nvSpPr>
        <p:spPr>
          <a:xfrm>
            <a:off x="1524000" y="2546896"/>
            <a:ext cx="85210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Word isolés pour la facturation</a:t>
            </a:r>
            <a:endParaRPr lang="en-US" sz="1350" dirty="0"/>
          </a:p>
        </p:txBody>
      </p:sp>
      <p:sp>
        <p:nvSpPr>
          <p:cNvPr id="48" name="SK-4-text-25">
            <a:extLst>
              <a:ext uri="{FF2B5EF4-FFF2-40B4-BE49-F238E27FC236}">
                <a16:creationId xmlns:a16="http://schemas.microsoft.com/office/drawing/2014/main" id="{47193440-0E73-C0AC-0692-732E4D72AE19}"/>
              </a:ext>
            </a:extLst>
          </p:cNvPr>
          <p:cNvSpPr/>
          <p:nvPr/>
        </p:nvSpPr>
        <p:spPr>
          <a:xfrm>
            <a:off x="1524000" y="2994571"/>
            <a:ext cx="93440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Informations dispersées et difficiles d'accès</a:t>
            </a:r>
            <a:endParaRPr lang="en-US" sz="1350" dirty="0"/>
          </a:p>
        </p:txBody>
      </p:sp>
      <p:sp>
        <p:nvSpPr>
          <p:cNvPr id="50" name="SK-4-text-26">
            <a:extLst>
              <a:ext uri="{FF2B5EF4-FFF2-40B4-BE49-F238E27FC236}">
                <a16:creationId xmlns:a16="http://schemas.microsoft.com/office/drawing/2014/main" id="{F7E522EF-95B7-FA02-0FA8-FBAA9085DA5C}"/>
              </a:ext>
            </a:extLst>
          </p:cNvPr>
          <p:cNvSpPr/>
          <p:nvPr/>
        </p:nvSpPr>
        <p:spPr>
          <a:xfrm>
            <a:off x="1524000" y="3442246"/>
            <a:ext cx="85210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administratif manuel et chronophage</a:t>
            </a:r>
            <a:endParaRPr lang="en-US" sz="1350" dirty="0"/>
          </a:p>
        </p:txBody>
      </p:sp>
      <p:sp>
        <p:nvSpPr>
          <p:cNvPr id="52" name="SK-4-text-27">
            <a:extLst>
              <a:ext uri="{FF2B5EF4-FFF2-40B4-BE49-F238E27FC236}">
                <a16:creationId xmlns:a16="http://schemas.microsoft.com/office/drawing/2014/main" id="{29E6FC95-B0FC-8790-9636-9CB773FBF602}"/>
              </a:ext>
            </a:extLst>
          </p:cNvPr>
          <p:cNvSpPr/>
          <p:nvPr/>
        </p:nvSpPr>
        <p:spPr>
          <a:xfrm>
            <a:off x="6858000" y="1480096"/>
            <a:ext cx="51339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D5A27"/>
                </a:solidFill>
              </a:rPr>
              <a:t>Solution FM Abattage</a:t>
            </a:r>
            <a:endParaRPr lang="en-US" sz="1650" dirty="0"/>
          </a:p>
        </p:txBody>
      </p:sp>
      <p:sp>
        <p:nvSpPr>
          <p:cNvPr id="54" name="SK-4-text-28">
            <a:extLst>
              <a:ext uri="{FF2B5EF4-FFF2-40B4-BE49-F238E27FC236}">
                <a16:creationId xmlns:a16="http://schemas.microsoft.com/office/drawing/2014/main" id="{463816C7-E541-291A-BE82-20DE115F042B}"/>
              </a:ext>
            </a:extLst>
          </p:cNvPr>
          <p:cNvSpPr/>
          <p:nvPr/>
        </p:nvSpPr>
        <p:spPr>
          <a:xfrm>
            <a:off x="6862763" y="2099221"/>
            <a:ext cx="532923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Clients, devis et factures centralisés</a:t>
            </a:r>
            <a:endParaRPr lang="en-US" sz="1350" dirty="0"/>
          </a:p>
        </p:txBody>
      </p:sp>
      <p:sp>
        <p:nvSpPr>
          <p:cNvPr id="56" name="SK-4-text-29">
            <a:extLst>
              <a:ext uri="{FF2B5EF4-FFF2-40B4-BE49-F238E27FC236}">
                <a16:creationId xmlns:a16="http://schemas.microsoft.com/office/drawing/2014/main" id="{4FBA1DED-609F-917D-5E78-B73684AEC1AE}"/>
              </a:ext>
            </a:extLst>
          </p:cNvPr>
          <p:cNvSpPr/>
          <p:nvPr/>
        </p:nvSpPr>
        <p:spPr>
          <a:xfrm>
            <a:off x="6862763" y="2546896"/>
            <a:ext cx="532923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automatisé des paiements et relances</a:t>
            </a:r>
            <a:endParaRPr lang="en-US" sz="1350" dirty="0"/>
          </a:p>
        </p:txBody>
      </p:sp>
      <p:sp>
        <p:nvSpPr>
          <p:cNvPr id="58" name="SK-4-text-30">
            <a:extLst>
              <a:ext uri="{FF2B5EF4-FFF2-40B4-BE49-F238E27FC236}">
                <a16:creationId xmlns:a16="http://schemas.microsoft.com/office/drawing/2014/main" id="{79967013-1980-906C-36DF-154C1C8387D5}"/>
              </a:ext>
            </a:extLst>
          </p:cNvPr>
          <p:cNvSpPr/>
          <p:nvPr/>
        </p:nvSpPr>
        <p:spPr>
          <a:xfrm>
            <a:off x="6862763" y="2994571"/>
            <a:ext cx="532923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Statistiques d'activité en temps réel</a:t>
            </a:r>
            <a:endParaRPr lang="en-US" sz="1350" dirty="0"/>
          </a:p>
        </p:txBody>
      </p:sp>
      <p:sp>
        <p:nvSpPr>
          <p:cNvPr id="60" name="SK-4-text-31">
            <a:extLst>
              <a:ext uri="{FF2B5EF4-FFF2-40B4-BE49-F238E27FC236}">
                <a16:creationId xmlns:a16="http://schemas.microsoft.com/office/drawing/2014/main" id="{4C8E7700-CBAA-C413-2C3F-DBAA382D02FA}"/>
              </a:ext>
            </a:extLst>
          </p:cNvPr>
          <p:cNvSpPr/>
          <p:nvPr/>
        </p:nvSpPr>
        <p:spPr>
          <a:xfrm>
            <a:off x="6862763" y="3442246"/>
            <a:ext cx="532923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r>
              <a:rPr lang="en-US" sz="1350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unique, sécurisée et </a:t>
            </a:r>
            <a:r>
              <a:rPr lang="fr-FR" sz="1400" dirty="0"/>
              <a:t>simple d’utilisation</a:t>
            </a:r>
            <a:endParaRPr lang="en-US" sz="135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F5104F-EAAA-DF4A-60EF-0A26739414F7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05"/>
          <a:stretch>
            <a:fillRect/>
          </a:stretch>
        </p:blipFill>
        <p:spPr bwMode="auto">
          <a:xfrm>
            <a:off x="3086588" y="3964863"/>
            <a:ext cx="5163037" cy="21096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87108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20B4DB-F5FC-42A0-3FB8-735F8083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Introduction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1BBDE7-97E6-77F4-FA7A-9FCF3C34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2B6E41-A6A4-1BD4-9659-B2D1B987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5</a:t>
            </a:fld>
            <a:endParaRPr lang="fr-FR"/>
          </a:p>
        </p:txBody>
      </p:sp>
      <p:pic>
        <p:nvPicPr>
          <p:cNvPr id="6" name="SK-5-img-3" descr="preencoded.png">
            <a:extLst>
              <a:ext uri="{FF2B5EF4-FFF2-40B4-BE49-F238E27FC236}">
                <a16:creationId xmlns:a16="http://schemas.microsoft.com/office/drawing/2014/main" id="{275E248F-CA14-627C-7A0B-6C290042D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5-img-4" descr="preencoded.png">
            <a:extLst>
              <a:ext uri="{FF2B5EF4-FFF2-40B4-BE49-F238E27FC236}">
                <a16:creationId xmlns:a16="http://schemas.microsoft.com/office/drawing/2014/main" id="{6C4BBE1F-D96D-92D6-86C3-076DF919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51496"/>
            <a:ext cx="10668000" cy="876300"/>
          </a:xfrm>
          <a:prstGeom prst="rect">
            <a:avLst/>
          </a:prstGeom>
        </p:spPr>
      </p:pic>
      <p:pic>
        <p:nvPicPr>
          <p:cNvPr id="10" name="SK-5-img-5" descr="preencoded.png">
            <a:extLst>
              <a:ext uri="{FF2B5EF4-FFF2-40B4-BE49-F238E27FC236}">
                <a16:creationId xmlns:a16="http://schemas.microsoft.com/office/drawing/2014/main" id="{348C1AD2-8EF8-6400-94AF-1B3620349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1418183"/>
            <a:ext cx="309563" cy="247650"/>
          </a:xfrm>
          <a:prstGeom prst="rect">
            <a:avLst/>
          </a:prstGeom>
        </p:spPr>
      </p:pic>
      <p:pic>
        <p:nvPicPr>
          <p:cNvPr id="12" name="SK-5-img-6" descr="preencoded.png">
            <a:extLst>
              <a:ext uri="{FF2B5EF4-FFF2-40B4-BE49-F238E27FC236}">
                <a16:creationId xmlns:a16="http://schemas.microsoft.com/office/drawing/2014/main" id="{1987444B-2CE5-0BA4-F9EF-E7599CB4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51621"/>
            <a:ext cx="10668000" cy="876300"/>
          </a:xfrm>
          <a:prstGeom prst="rect">
            <a:avLst/>
          </a:prstGeom>
        </p:spPr>
      </p:pic>
      <p:pic>
        <p:nvPicPr>
          <p:cNvPr id="14" name="SK-5-img-7" descr="preencoded.png">
            <a:extLst>
              <a:ext uri="{FF2B5EF4-FFF2-40B4-BE49-F238E27FC236}">
                <a16:creationId xmlns:a16="http://schemas.microsoft.com/office/drawing/2014/main" id="{A0D16FB9-1AB8-DFA6-5B59-1F6044450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2418308"/>
            <a:ext cx="309563" cy="247650"/>
          </a:xfrm>
          <a:prstGeom prst="rect">
            <a:avLst/>
          </a:prstGeom>
        </p:spPr>
      </p:pic>
      <p:pic>
        <p:nvPicPr>
          <p:cNvPr id="16" name="SK-5-img-8" descr="preencoded.png">
            <a:extLst>
              <a:ext uri="{FF2B5EF4-FFF2-40B4-BE49-F238E27FC236}">
                <a16:creationId xmlns:a16="http://schemas.microsoft.com/office/drawing/2014/main" id="{F439496A-73A1-34F8-CA2C-269509EAF0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251746"/>
            <a:ext cx="10668000" cy="1123950"/>
          </a:xfrm>
          <a:prstGeom prst="rect">
            <a:avLst/>
          </a:prstGeom>
        </p:spPr>
      </p:pic>
      <p:pic>
        <p:nvPicPr>
          <p:cNvPr id="18" name="SK-5-img-9" descr="preencoded.png">
            <a:extLst>
              <a:ext uri="{FF2B5EF4-FFF2-40B4-BE49-F238E27FC236}">
                <a16:creationId xmlns:a16="http://schemas.microsoft.com/office/drawing/2014/main" id="{8BFD0952-92D2-3D09-D476-BE0B3EFDE5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300" y="3408908"/>
            <a:ext cx="309563" cy="247650"/>
          </a:xfrm>
          <a:prstGeom prst="rect">
            <a:avLst/>
          </a:prstGeom>
        </p:spPr>
      </p:pic>
      <p:pic>
        <p:nvPicPr>
          <p:cNvPr id="20" name="SK-5-img-10" descr="preencoded.png">
            <a:extLst>
              <a:ext uri="{FF2B5EF4-FFF2-40B4-BE49-F238E27FC236}">
                <a16:creationId xmlns:a16="http://schemas.microsoft.com/office/drawing/2014/main" id="{316B9371-3CC9-4562-2A9E-4E0A57108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99521"/>
            <a:ext cx="10668000" cy="876300"/>
          </a:xfrm>
          <a:prstGeom prst="rect">
            <a:avLst/>
          </a:prstGeom>
        </p:spPr>
      </p:pic>
      <p:pic>
        <p:nvPicPr>
          <p:cNvPr id="22" name="SK-5-img-11" descr="preencoded.png">
            <a:extLst>
              <a:ext uri="{FF2B5EF4-FFF2-40B4-BE49-F238E27FC236}">
                <a16:creationId xmlns:a16="http://schemas.microsoft.com/office/drawing/2014/main" id="{F28BFD8C-034B-A3AD-DD1B-E81DFBE015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300" y="4666208"/>
            <a:ext cx="309563" cy="247650"/>
          </a:xfrm>
          <a:prstGeom prst="rect">
            <a:avLst/>
          </a:prstGeom>
        </p:spPr>
      </p:pic>
      <p:pic>
        <p:nvPicPr>
          <p:cNvPr id="24" name="SK-5-img-12" descr="preencoded.png">
            <a:extLst>
              <a:ext uri="{FF2B5EF4-FFF2-40B4-BE49-F238E27FC236}">
                <a16:creationId xmlns:a16="http://schemas.microsoft.com/office/drawing/2014/main" id="{5A9D3CEB-6F45-E50A-23B6-4E1AC342F3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499646"/>
            <a:ext cx="5886450" cy="504825"/>
          </a:xfrm>
          <a:prstGeom prst="rect">
            <a:avLst/>
          </a:prstGeom>
        </p:spPr>
      </p:pic>
      <p:pic>
        <p:nvPicPr>
          <p:cNvPr id="26" name="SK-5-img-13" descr="preencoded.png">
            <a:extLst>
              <a:ext uri="{FF2B5EF4-FFF2-40B4-BE49-F238E27FC236}">
                <a16:creationId xmlns:a16="http://schemas.microsoft.com/office/drawing/2014/main" id="{D36AC81D-4E4E-B1C3-FCF3-0016F7409B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5656808"/>
            <a:ext cx="238125" cy="190500"/>
          </a:xfrm>
          <a:prstGeom prst="rect">
            <a:avLst/>
          </a:prstGeom>
        </p:spPr>
      </p:pic>
      <p:sp>
        <p:nvSpPr>
          <p:cNvPr id="28" name="SK-5-text-15">
            <a:extLst>
              <a:ext uri="{FF2B5EF4-FFF2-40B4-BE49-F238E27FC236}">
                <a16:creationId xmlns:a16="http://schemas.microsoft.com/office/drawing/2014/main" id="{105A3E48-76B6-4F44-2895-EF37055F5E86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30" name="SK-5-text-16">
            <a:extLst>
              <a:ext uri="{FF2B5EF4-FFF2-40B4-BE49-F238E27FC236}">
                <a16:creationId xmlns:a16="http://schemas.microsoft.com/office/drawing/2014/main" id="{7B80760B-9EA7-C497-7EEA-DD3041FD3CD0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Objectifs du projet</a:t>
            </a:r>
            <a:endParaRPr lang="en-US" sz="2400" dirty="0"/>
          </a:p>
        </p:txBody>
      </p:sp>
      <p:sp>
        <p:nvSpPr>
          <p:cNvPr id="32" name="SK-5-text-17">
            <a:extLst>
              <a:ext uri="{FF2B5EF4-FFF2-40B4-BE49-F238E27FC236}">
                <a16:creationId xmlns:a16="http://schemas.microsoft.com/office/drawing/2014/main" id="{6EDC8E2F-C998-1065-297D-F278352A1E5E}"/>
              </a:ext>
            </a:extLst>
          </p:cNvPr>
          <p:cNvSpPr/>
          <p:nvPr/>
        </p:nvSpPr>
        <p:spPr>
          <a:xfrm>
            <a:off x="419100" y="1346746"/>
            <a:ext cx="1295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8CB369">
                    <a:alpha val="60000"/>
                  </a:srgbClr>
                </a:solidFill>
              </a:rPr>
              <a:t>01</a:t>
            </a:r>
            <a:endParaRPr lang="en-US" sz="5400" dirty="0"/>
          </a:p>
        </p:txBody>
      </p:sp>
      <p:sp>
        <p:nvSpPr>
          <p:cNvPr id="34" name="SK-5-text-18">
            <a:extLst>
              <a:ext uri="{FF2B5EF4-FFF2-40B4-BE49-F238E27FC236}">
                <a16:creationId xmlns:a16="http://schemas.microsoft.com/office/drawing/2014/main" id="{8F77960E-2A11-4D7D-9EB1-E5EC1C984763}"/>
              </a:ext>
            </a:extLst>
          </p:cNvPr>
          <p:cNvSpPr/>
          <p:nvPr/>
        </p:nvSpPr>
        <p:spPr>
          <a:xfrm>
            <a:off x="2443163" y="1356271"/>
            <a:ext cx="8524875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2D5A27"/>
                </a:solidFill>
              </a:rPr>
              <a:t>Centraliser</a:t>
            </a:r>
            <a:endParaRPr lang="en-US" sz="1950" dirty="0"/>
          </a:p>
        </p:txBody>
      </p:sp>
      <p:sp>
        <p:nvSpPr>
          <p:cNvPr id="36" name="SK-5-text-20">
            <a:extLst>
              <a:ext uri="{FF2B5EF4-FFF2-40B4-BE49-F238E27FC236}">
                <a16:creationId xmlns:a16="http://schemas.microsoft.com/office/drawing/2014/main" id="{5481A370-D681-E38E-2198-B417AF9C7313}"/>
              </a:ext>
            </a:extLst>
          </p:cNvPr>
          <p:cNvSpPr/>
          <p:nvPr/>
        </p:nvSpPr>
        <p:spPr>
          <a:xfrm>
            <a:off x="419100" y="2346871"/>
            <a:ext cx="1295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8CB369">
                    <a:alpha val="60000"/>
                  </a:srgbClr>
                </a:solidFill>
              </a:rPr>
              <a:t>02</a:t>
            </a:r>
            <a:endParaRPr lang="en-US" sz="5400" dirty="0"/>
          </a:p>
        </p:txBody>
      </p:sp>
      <p:sp>
        <p:nvSpPr>
          <p:cNvPr id="38" name="SK-5-text-21">
            <a:extLst>
              <a:ext uri="{FF2B5EF4-FFF2-40B4-BE49-F238E27FC236}">
                <a16:creationId xmlns:a16="http://schemas.microsoft.com/office/drawing/2014/main" id="{C67A8E48-3439-D607-1727-CB2EAF967D4B}"/>
              </a:ext>
            </a:extLst>
          </p:cNvPr>
          <p:cNvSpPr/>
          <p:nvPr/>
        </p:nvSpPr>
        <p:spPr>
          <a:xfrm>
            <a:off x="2443163" y="2356396"/>
            <a:ext cx="9134475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2D5A27"/>
                </a:solidFill>
              </a:rPr>
              <a:t>Automatiser</a:t>
            </a:r>
            <a:endParaRPr lang="en-US" sz="1950" dirty="0"/>
          </a:p>
        </p:txBody>
      </p:sp>
      <p:sp>
        <p:nvSpPr>
          <p:cNvPr id="40" name="SK-5-text-23">
            <a:extLst>
              <a:ext uri="{FF2B5EF4-FFF2-40B4-BE49-F238E27FC236}">
                <a16:creationId xmlns:a16="http://schemas.microsoft.com/office/drawing/2014/main" id="{99758E61-8578-DC62-0A5C-8F307709E8C2}"/>
              </a:ext>
            </a:extLst>
          </p:cNvPr>
          <p:cNvSpPr/>
          <p:nvPr/>
        </p:nvSpPr>
        <p:spPr>
          <a:xfrm>
            <a:off x="419100" y="3470821"/>
            <a:ext cx="1295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8CB369">
                    <a:alpha val="60000"/>
                  </a:srgbClr>
                </a:solidFill>
              </a:rPr>
              <a:t>03</a:t>
            </a:r>
            <a:endParaRPr lang="en-US" sz="5400" dirty="0"/>
          </a:p>
        </p:txBody>
      </p:sp>
      <p:sp>
        <p:nvSpPr>
          <p:cNvPr id="42" name="SK-5-text-24">
            <a:extLst>
              <a:ext uri="{FF2B5EF4-FFF2-40B4-BE49-F238E27FC236}">
                <a16:creationId xmlns:a16="http://schemas.microsoft.com/office/drawing/2014/main" id="{C47F5CC0-37F4-7BF5-019F-5A35353997F7}"/>
              </a:ext>
            </a:extLst>
          </p:cNvPr>
          <p:cNvSpPr/>
          <p:nvPr/>
        </p:nvSpPr>
        <p:spPr>
          <a:xfrm>
            <a:off x="2443163" y="3346996"/>
            <a:ext cx="941070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2D5A27"/>
                </a:solidFill>
              </a:rPr>
              <a:t>Simplifier</a:t>
            </a:r>
            <a:endParaRPr lang="en-US" sz="1950" dirty="0"/>
          </a:p>
        </p:txBody>
      </p:sp>
      <p:sp>
        <p:nvSpPr>
          <p:cNvPr id="44" name="SK-5-text-25">
            <a:extLst>
              <a:ext uri="{FF2B5EF4-FFF2-40B4-BE49-F238E27FC236}">
                <a16:creationId xmlns:a16="http://schemas.microsoft.com/office/drawing/2014/main" id="{DB22139C-CD91-2FA0-29EE-2F79BD752E97}"/>
              </a:ext>
            </a:extLst>
          </p:cNvPr>
          <p:cNvSpPr/>
          <p:nvPr/>
        </p:nvSpPr>
        <p:spPr>
          <a:xfrm>
            <a:off x="2019300" y="3747046"/>
            <a:ext cx="9410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Proposer une interface ergonomique et épurée, parfaitement adaptée à un usage quotidien sur le terrain.</a:t>
            </a:r>
            <a:endParaRPr lang="en-US" sz="1500" dirty="0"/>
          </a:p>
        </p:txBody>
      </p:sp>
      <p:sp>
        <p:nvSpPr>
          <p:cNvPr id="46" name="SK-5-text-26">
            <a:extLst>
              <a:ext uri="{FF2B5EF4-FFF2-40B4-BE49-F238E27FC236}">
                <a16:creationId xmlns:a16="http://schemas.microsoft.com/office/drawing/2014/main" id="{5B1E0A27-F982-D4D6-14AD-A504627911FF}"/>
              </a:ext>
            </a:extLst>
          </p:cNvPr>
          <p:cNvSpPr/>
          <p:nvPr/>
        </p:nvSpPr>
        <p:spPr>
          <a:xfrm>
            <a:off x="419100" y="4594771"/>
            <a:ext cx="1295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8CB369">
                    <a:alpha val="60000"/>
                  </a:srgbClr>
                </a:solidFill>
              </a:rPr>
              <a:t>04</a:t>
            </a:r>
            <a:endParaRPr lang="en-US" sz="5400" dirty="0"/>
          </a:p>
        </p:txBody>
      </p:sp>
      <p:sp>
        <p:nvSpPr>
          <p:cNvPr id="48" name="SK-5-text-27">
            <a:extLst>
              <a:ext uri="{FF2B5EF4-FFF2-40B4-BE49-F238E27FC236}">
                <a16:creationId xmlns:a16="http://schemas.microsoft.com/office/drawing/2014/main" id="{2886958E-E028-41C3-DAB4-3FB035F947B1}"/>
              </a:ext>
            </a:extLst>
          </p:cNvPr>
          <p:cNvSpPr/>
          <p:nvPr/>
        </p:nvSpPr>
        <p:spPr>
          <a:xfrm>
            <a:off x="2443163" y="4604296"/>
            <a:ext cx="887730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2D5A27"/>
                </a:solidFill>
              </a:rPr>
              <a:t>Sécuriser</a:t>
            </a:r>
            <a:endParaRPr lang="en-US" sz="1950" dirty="0"/>
          </a:p>
        </p:txBody>
      </p:sp>
      <p:pic>
        <p:nvPicPr>
          <p:cNvPr id="50" name="SK-5-img-4" descr="preencoded.png">
            <a:extLst>
              <a:ext uri="{FF2B5EF4-FFF2-40B4-BE49-F238E27FC236}">
                <a16:creationId xmlns:a16="http://schemas.microsoft.com/office/drawing/2014/main" id="{3AAB5EDD-5155-C692-AB5A-63C9D691A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51496"/>
            <a:ext cx="10668000" cy="876300"/>
          </a:xfrm>
          <a:prstGeom prst="rect">
            <a:avLst/>
          </a:prstGeom>
        </p:spPr>
      </p:pic>
      <p:pic>
        <p:nvPicPr>
          <p:cNvPr id="52" name="SK-5-img-5" descr="preencoded.png">
            <a:extLst>
              <a:ext uri="{FF2B5EF4-FFF2-40B4-BE49-F238E27FC236}">
                <a16:creationId xmlns:a16="http://schemas.microsoft.com/office/drawing/2014/main" id="{69442F6D-77E6-1533-0920-42B2CB3BD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1418183"/>
            <a:ext cx="309563" cy="247650"/>
          </a:xfrm>
          <a:prstGeom prst="rect">
            <a:avLst/>
          </a:prstGeom>
        </p:spPr>
      </p:pic>
      <p:pic>
        <p:nvPicPr>
          <p:cNvPr id="54" name="SK-5-img-6" descr="preencoded.png">
            <a:extLst>
              <a:ext uri="{FF2B5EF4-FFF2-40B4-BE49-F238E27FC236}">
                <a16:creationId xmlns:a16="http://schemas.microsoft.com/office/drawing/2014/main" id="{612B6F08-E0E7-AF9F-3441-F7C7DCE4D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51621"/>
            <a:ext cx="10668000" cy="876300"/>
          </a:xfrm>
          <a:prstGeom prst="rect">
            <a:avLst/>
          </a:prstGeom>
        </p:spPr>
      </p:pic>
      <p:pic>
        <p:nvPicPr>
          <p:cNvPr id="56" name="SK-5-img-7" descr="preencoded.png">
            <a:extLst>
              <a:ext uri="{FF2B5EF4-FFF2-40B4-BE49-F238E27FC236}">
                <a16:creationId xmlns:a16="http://schemas.microsoft.com/office/drawing/2014/main" id="{4574CB78-D8D1-9786-DE19-E0C1DA6D9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2418308"/>
            <a:ext cx="309563" cy="247650"/>
          </a:xfrm>
          <a:prstGeom prst="rect">
            <a:avLst/>
          </a:prstGeom>
        </p:spPr>
      </p:pic>
      <p:pic>
        <p:nvPicPr>
          <p:cNvPr id="60" name="SK-5-img-9" descr="preencoded.png">
            <a:extLst>
              <a:ext uri="{FF2B5EF4-FFF2-40B4-BE49-F238E27FC236}">
                <a16:creationId xmlns:a16="http://schemas.microsoft.com/office/drawing/2014/main" id="{18DB9AB1-55EB-640C-D22E-A264D811D8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300" y="3408908"/>
            <a:ext cx="309563" cy="247650"/>
          </a:xfrm>
          <a:prstGeom prst="rect">
            <a:avLst/>
          </a:prstGeom>
        </p:spPr>
      </p:pic>
      <p:pic>
        <p:nvPicPr>
          <p:cNvPr id="62" name="SK-5-img-10" descr="preencoded.png">
            <a:extLst>
              <a:ext uri="{FF2B5EF4-FFF2-40B4-BE49-F238E27FC236}">
                <a16:creationId xmlns:a16="http://schemas.microsoft.com/office/drawing/2014/main" id="{49D28EE5-7AE6-9A35-C47F-A7920ADF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99521"/>
            <a:ext cx="10668000" cy="876300"/>
          </a:xfrm>
          <a:prstGeom prst="rect">
            <a:avLst/>
          </a:prstGeom>
        </p:spPr>
      </p:pic>
      <p:pic>
        <p:nvPicPr>
          <p:cNvPr id="64" name="SK-5-img-11" descr="preencoded.png">
            <a:extLst>
              <a:ext uri="{FF2B5EF4-FFF2-40B4-BE49-F238E27FC236}">
                <a16:creationId xmlns:a16="http://schemas.microsoft.com/office/drawing/2014/main" id="{4CCEB7D6-5D4C-4F8B-2539-89EAF8450E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300" y="4666208"/>
            <a:ext cx="309563" cy="247650"/>
          </a:xfrm>
          <a:prstGeom prst="rect">
            <a:avLst/>
          </a:prstGeom>
        </p:spPr>
      </p:pic>
      <p:pic>
        <p:nvPicPr>
          <p:cNvPr id="66" name="SK-5-img-12" descr="preencoded.png">
            <a:extLst>
              <a:ext uri="{FF2B5EF4-FFF2-40B4-BE49-F238E27FC236}">
                <a16:creationId xmlns:a16="http://schemas.microsoft.com/office/drawing/2014/main" id="{521E6C53-4E81-7943-065E-A9D7AADAC7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499646"/>
            <a:ext cx="5886450" cy="504825"/>
          </a:xfrm>
          <a:prstGeom prst="rect">
            <a:avLst/>
          </a:prstGeom>
        </p:spPr>
      </p:pic>
      <p:pic>
        <p:nvPicPr>
          <p:cNvPr id="68" name="SK-5-img-13" descr="preencoded.png">
            <a:extLst>
              <a:ext uri="{FF2B5EF4-FFF2-40B4-BE49-F238E27FC236}">
                <a16:creationId xmlns:a16="http://schemas.microsoft.com/office/drawing/2014/main" id="{1FE6AEB8-B5B1-44CA-6D51-8404A052C6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5656808"/>
            <a:ext cx="238125" cy="190500"/>
          </a:xfrm>
          <a:prstGeom prst="rect">
            <a:avLst/>
          </a:prstGeom>
        </p:spPr>
      </p:pic>
      <p:sp>
        <p:nvSpPr>
          <p:cNvPr id="70" name="SK-5-text-17">
            <a:extLst>
              <a:ext uri="{FF2B5EF4-FFF2-40B4-BE49-F238E27FC236}">
                <a16:creationId xmlns:a16="http://schemas.microsoft.com/office/drawing/2014/main" id="{7AC4AF22-58B7-7B45-30AA-85BD1CD0FA07}"/>
              </a:ext>
            </a:extLst>
          </p:cNvPr>
          <p:cNvSpPr/>
          <p:nvPr/>
        </p:nvSpPr>
        <p:spPr>
          <a:xfrm>
            <a:off x="419100" y="1346746"/>
            <a:ext cx="1295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8CB369">
                    <a:alpha val="60000"/>
                  </a:srgbClr>
                </a:solidFill>
              </a:rPr>
              <a:t>01</a:t>
            </a:r>
            <a:endParaRPr lang="en-US" sz="5400" dirty="0"/>
          </a:p>
        </p:txBody>
      </p:sp>
      <p:sp>
        <p:nvSpPr>
          <p:cNvPr id="72" name="SK-5-text-18">
            <a:extLst>
              <a:ext uri="{FF2B5EF4-FFF2-40B4-BE49-F238E27FC236}">
                <a16:creationId xmlns:a16="http://schemas.microsoft.com/office/drawing/2014/main" id="{E54DB1D9-E234-B5AF-0865-DDFA1B711543}"/>
              </a:ext>
            </a:extLst>
          </p:cNvPr>
          <p:cNvSpPr/>
          <p:nvPr/>
        </p:nvSpPr>
        <p:spPr>
          <a:xfrm>
            <a:off x="2443163" y="1356271"/>
            <a:ext cx="8524875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2D5A27"/>
                </a:solidFill>
              </a:rPr>
              <a:t>Centraliser</a:t>
            </a:r>
            <a:endParaRPr lang="en-US" sz="1950" dirty="0"/>
          </a:p>
        </p:txBody>
      </p:sp>
      <p:sp>
        <p:nvSpPr>
          <p:cNvPr id="74" name="SK-5-text-19">
            <a:extLst>
              <a:ext uri="{FF2B5EF4-FFF2-40B4-BE49-F238E27FC236}">
                <a16:creationId xmlns:a16="http://schemas.microsoft.com/office/drawing/2014/main" id="{B8ABA268-EF7C-3E6D-F0AD-1F835B3C1033}"/>
              </a:ext>
            </a:extLst>
          </p:cNvPr>
          <p:cNvSpPr/>
          <p:nvPr/>
        </p:nvSpPr>
        <p:spPr>
          <a:xfrm>
            <a:off x="2019300" y="1756321"/>
            <a:ext cx="10172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Rassembler l'ensemble des informations métier au sein d'un référentiel unique et accessible.</a:t>
            </a:r>
            <a:endParaRPr lang="en-US" sz="1500" dirty="0"/>
          </a:p>
        </p:txBody>
      </p:sp>
      <p:sp>
        <p:nvSpPr>
          <p:cNvPr id="76" name="SK-5-text-20">
            <a:extLst>
              <a:ext uri="{FF2B5EF4-FFF2-40B4-BE49-F238E27FC236}">
                <a16:creationId xmlns:a16="http://schemas.microsoft.com/office/drawing/2014/main" id="{5F1B81F2-D834-B93C-79D6-D4C20DA87A0A}"/>
              </a:ext>
            </a:extLst>
          </p:cNvPr>
          <p:cNvSpPr/>
          <p:nvPr/>
        </p:nvSpPr>
        <p:spPr>
          <a:xfrm>
            <a:off x="419100" y="2346871"/>
            <a:ext cx="1295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8CB369">
                    <a:alpha val="60000"/>
                  </a:srgbClr>
                </a:solidFill>
              </a:rPr>
              <a:t>02</a:t>
            </a:r>
            <a:endParaRPr lang="en-US" sz="5400" dirty="0"/>
          </a:p>
        </p:txBody>
      </p:sp>
      <p:sp>
        <p:nvSpPr>
          <p:cNvPr id="78" name="SK-5-text-21">
            <a:extLst>
              <a:ext uri="{FF2B5EF4-FFF2-40B4-BE49-F238E27FC236}">
                <a16:creationId xmlns:a16="http://schemas.microsoft.com/office/drawing/2014/main" id="{B81E180D-2E23-E367-FBCD-1B20F1E8E289}"/>
              </a:ext>
            </a:extLst>
          </p:cNvPr>
          <p:cNvSpPr/>
          <p:nvPr/>
        </p:nvSpPr>
        <p:spPr>
          <a:xfrm>
            <a:off x="2443163" y="2356396"/>
            <a:ext cx="9134475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2D5A27"/>
                </a:solidFill>
              </a:rPr>
              <a:t>Automatiser</a:t>
            </a:r>
            <a:endParaRPr lang="en-US" sz="1950" dirty="0"/>
          </a:p>
        </p:txBody>
      </p:sp>
      <p:sp>
        <p:nvSpPr>
          <p:cNvPr id="80" name="SK-5-text-22">
            <a:extLst>
              <a:ext uri="{FF2B5EF4-FFF2-40B4-BE49-F238E27FC236}">
                <a16:creationId xmlns:a16="http://schemas.microsoft.com/office/drawing/2014/main" id="{600CB04B-8D2A-15DE-D6B9-99E72B31F394}"/>
              </a:ext>
            </a:extLst>
          </p:cNvPr>
          <p:cNvSpPr/>
          <p:nvPr/>
        </p:nvSpPr>
        <p:spPr>
          <a:xfrm>
            <a:off x="2019300" y="2756446"/>
            <a:ext cx="10172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Réduire les tâches administratives répétitives et supprimer les erreurs liées à la ressaisie manuelle.</a:t>
            </a:r>
            <a:endParaRPr lang="en-US" sz="1500" dirty="0"/>
          </a:p>
        </p:txBody>
      </p:sp>
      <p:sp>
        <p:nvSpPr>
          <p:cNvPr id="82" name="SK-5-text-23">
            <a:extLst>
              <a:ext uri="{FF2B5EF4-FFF2-40B4-BE49-F238E27FC236}">
                <a16:creationId xmlns:a16="http://schemas.microsoft.com/office/drawing/2014/main" id="{D66785F9-DA01-8B4A-685F-B3F8109409D5}"/>
              </a:ext>
            </a:extLst>
          </p:cNvPr>
          <p:cNvSpPr/>
          <p:nvPr/>
        </p:nvSpPr>
        <p:spPr>
          <a:xfrm>
            <a:off x="419100" y="3470821"/>
            <a:ext cx="1295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8CB369">
                    <a:alpha val="60000"/>
                  </a:srgbClr>
                </a:solidFill>
              </a:rPr>
              <a:t>03</a:t>
            </a:r>
            <a:endParaRPr lang="en-US" sz="5400" dirty="0"/>
          </a:p>
        </p:txBody>
      </p:sp>
      <p:sp>
        <p:nvSpPr>
          <p:cNvPr id="84" name="SK-5-text-24">
            <a:extLst>
              <a:ext uri="{FF2B5EF4-FFF2-40B4-BE49-F238E27FC236}">
                <a16:creationId xmlns:a16="http://schemas.microsoft.com/office/drawing/2014/main" id="{ADBE3EC4-EA78-70EA-1193-7EBFFCD55ABF}"/>
              </a:ext>
            </a:extLst>
          </p:cNvPr>
          <p:cNvSpPr/>
          <p:nvPr/>
        </p:nvSpPr>
        <p:spPr>
          <a:xfrm>
            <a:off x="2443163" y="3346996"/>
            <a:ext cx="941070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2D5A27"/>
                </a:solidFill>
              </a:rPr>
              <a:t>Simplifier</a:t>
            </a:r>
            <a:endParaRPr lang="en-US" sz="1950" dirty="0"/>
          </a:p>
        </p:txBody>
      </p:sp>
      <p:sp>
        <p:nvSpPr>
          <p:cNvPr id="86" name="SK-5-text-25">
            <a:extLst>
              <a:ext uri="{FF2B5EF4-FFF2-40B4-BE49-F238E27FC236}">
                <a16:creationId xmlns:a16="http://schemas.microsoft.com/office/drawing/2014/main" id="{7B61996C-C4B6-6F88-3739-F94D4EF00B61}"/>
              </a:ext>
            </a:extLst>
          </p:cNvPr>
          <p:cNvSpPr/>
          <p:nvPr/>
        </p:nvSpPr>
        <p:spPr>
          <a:xfrm>
            <a:off x="2019300" y="3747046"/>
            <a:ext cx="9410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Proposer une interface ergonomique et épurée, parfaitement adaptée à un usage quotidien sur le terrain.</a:t>
            </a:r>
            <a:endParaRPr lang="en-US" sz="1500" dirty="0"/>
          </a:p>
        </p:txBody>
      </p:sp>
      <p:sp>
        <p:nvSpPr>
          <p:cNvPr id="88" name="SK-5-text-26">
            <a:extLst>
              <a:ext uri="{FF2B5EF4-FFF2-40B4-BE49-F238E27FC236}">
                <a16:creationId xmlns:a16="http://schemas.microsoft.com/office/drawing/2014/main" id="{112016AC-D879-7BC8-A9AB-AA87F60976E8}"/>
              </a:ext>
            </a:extLst>
          </p:cNvPr>
          <p:cNvSpPr/>
          <p:nvPr/>
        </p:nvSpPr>
        <p:spPr>
          <a:xfrm>
            <a:off x="419100" y="4594771"/>
            <a:ext cx="1295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8CB369">
                    <a:alpha val="60000"/>
                  </a:srgbClr>
                </a:solidFill>
              </a:rPr>
              <a:t>04</a:t>
            </a:r>
            <a:endParaRPr lang="en-US" sz="5400" dirty="0"/>
          </a:p>
        </p:txBody>
      </p:sp>
      <p:sp>
        <p:nvSpPr>
          <p:cNvPr id="90" name="SK-5-text-27">
            <a:extLst>
              <a:ext uri="{FF2B5EF4-FFF2-40B4-BE49-F238E27FC236}">
                <a16:creationId xmlns:a16="http://schemas.microsoft.com/office/drawing/2014/main" id="{821CBE52-3E01-25D6-4032-482B82B6535C}"/>
              </a:ext>
            </a:extLst>
          </p:cNvPr>
          <p:cNvSpPr/>
          <p:nvPr/>
        </p:nvSpPr>
        <p:spPr>
          <a:xfrm>
            <a:off x="2443163" y="4604296"/>
            <a:ext cx="887730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2D5A27"/>
                </a:solidFill>
              </a:rPr>
              <a:t>Sécuriser</a:t>
            </a:r>
            <a:endParaRPr lang="en-US" sz="1950" dirty="0"/>
          </a:p>
        </p:txBody>
      </p:sp>
      <p:sp>
        <p:nvSpPr>
          <p:cNvPr id="92" name="SK-5-text-28">
            <a:extLst>
              <a:ext uri="{FF2B5EF4-FFF2-40B4-BE49-F238E27FC236}">
                <a16:creationId xmlns:a16="http://schemas.microsoft.com/office/drawing/2014/main" id="{A43817AE-C3FA-5AA6-24B9-09CD2B5FB5F6}"/>
              </a:ext>
            </a:extLst>
          </p:cNvPr>
          <p:cNvSpPr/>
          <p:nvPr/>
        </p:nvSpPr>
        <p:spPr>
          <a:xfrm>
            <a:off x="2019300" y="5004346"/>
            <a:ext cx="10172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Garantir la fiabilité des données financières et contrôler rigoureusement les accès à l'application.</a:t>
            </a:r>
            <a:endParaRPr lang="en-US" sz="1500" dirty="0"/>
          </a:p>
        </p:txBody>
      </p:sp>
      <p:sp>
        <p:nvSpPr>
          <p:cNvPr id="94" name="SK-5-text-29">
            <a:extLst>
              <a:ext uri="{FF2B5EF4-FFF2-40B4-BE49-F238E27FC236}">
                <a16:creationId xmlns:a16="http://schemas.microsoft.com/office/drawing/2014/main" id="{13CCD652-28FB-D553-2D8E-8504AE4B6A47}"/>
              </a:ext>
            </a:extLst>
          </p:cNvPr>
          <p:cNvSpPr/>
          <p:nvPr/>
        </p:nvSpPr>
        <p:spPr>
          <a:xfrm>
            <a:off x="1381125" y="5623471"/>
            <a:ext cx="108108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choix technique répond à un objectif métier concret.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15675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70" grpId="0" animBg="1"/>
      <p:bldP spid="72" grpId="0" animBg="1"/>
      <p:bldP spid="74" grpId="0" animBg="1"/>
      <p:bldP spid="76" grpId="0" animBg="1"/>
      <p:bldP spid="78" grpId="0" animBg="1"/>
      <p:bldP spid="80" grpId="0" animBg="1"/>
      <p:bldP spid="82" grpId="0" animBg="1"/>
      <p:bldP spid="84" grpId="0" animBg="1"/>
      <p:bldP spid="86" grpId="0" animBg="1"/>
      <p:bldP spid="88" grpId="0" animBg="1"/>
      <p:bldP spid="90" grpId="0" animBg="1"/>
      <p:bldP spid="9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70DFCF6-645A-2BDE-4844-747423683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935A6D0-B180-6D77-650A-E29B3E33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1C3C0B-8D0C-FE79-6AFC-02AE11BD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6</a:t>
            </a:fld>
            <a:endParaRPr lang="fr-FR"/>
          </a:p>
        </p:txBody>
      </p:sp>
      <p:pic>
        <p:nvPicPr>
          <p:cNvPr id="230" name="SK-6-img-3" descr="preencoded.png">
            <a:extLst>
              <a:ext uri="{FF2B5EF4-FFF2-40B4-BE49-F238E27FC236}">
                <a16:creationId xmlns:a16="http://schemas.microsoft.com/office/drawing/2014/main" id="{8EE53788-95F8-5618-34CD-15E75F883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10668000" cy="641896"/>
          </a:xfrm>
          <a:prstGeom prst="rect">
            <a:avLst/>
          </a:prstGeom>
        </p:spPr>
      </p:pic>
      <p:pic>
        <p:nvPicPr>
          <p:cNvPr id="232" name="SK-6-img-4" descr="preencoded.png">
            <a:extLst>
              <a:ext uri="{FF2B5EF4-FFF2-40B4-BE49-F238E27FC236}">
                <a16:creationId xmlns:a16="http://schemas.microsoft.com/office/drawing/2014/main" id="{92BB9AAD-7ED8-5CC5-E7CF-61BAFC113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86" y="1201034"/>
            <a:ext cx="8738436" cy="619125"/>
          </a:xfrm>
          <a:prstGeom prst="rect">
            <a:avLst/>
          </a:prstGeom>
        </p:spPr>
      </p:pic>
      <p:pic>
        <p:nvPicPr>
          <p:cNvPr id="234" name="SK-6-img-5" descr="preencoded.png">
            <a:extLst>
              <a:ext uri="{FF2B5EF4-FFF2-40B4-BE49-F238E27FC236}">
                <a16:creationId xmlns:a16="http://schemas.microsoft.com/office/drawing/2014/main" id="{1D9993CB-0070-C146-DBFC-CF8CB3D8B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86" y="1353434"/>
            <a:ext cx="1071563" cy="314325"/>
          </a:xfrm>
          <a:prstGeom prst="rect">
            <a:avLst/>
          </a:prstGeom>
        </p:spPr>
      </p:pic>
      <p:pic>
        <p:nvPicPr>
          <p:cNvPr id="236" name="SK-6-img-6" descr="preencoded.png">
            <a:extLst>
              <a:ext uri="{FF2B5EF4-FFF2-40B4-BE49-F238E27FC236}">
                <a16:creationId xmlns:a16="http://schemas.microsoft.com/office/drawing/2014/main" id="{DE9E8761-2067-B0B7-E96B-780A563AC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36" y="1443921"/>
            <a:ext cx="166688" cy="133350"/>
          </a:xfrm>
          <a:prstGeom prst="rect">
            <a:avLst/>
          </a:prstGeom>
        </p:spPr>
      </p:pic>
      <p:pic>
        <p:nvPicPr>
          <p:cNvPr id="238" name="SK-6-img-7" descr="preencoded.png">
            <a:extLst>
              <a:ext uri="{FF2B5EF4-FFF2-40B4-BE49-F238E27FC236}">
                <a16:creationId xmlns:a16="http://schemas.microsoft.com/office/drawing/2014/main" id="{9E772CDE-A6CC-AC8B-6A4A-BB65E55EF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9249" y="1460292"/>
            <a:ext cx="142875" cy="114300"/>
          </a:xfrm>
          <a:prstGeom prst="rect">
            <a:avLst/>
          </a:prstGeom>
        </p:spPr>
      </p:pic>
      <p:pic>
        <p:nvPicPr>
          <p:cNvPr id="240" name="SK-6-img-8" descr="preencoded.png">
            <a:extLst>
              <a:ext uri="{FF2B5EF4-FFF2-40B4-BE49-F238E27FC236}">
                <a16:creationId xmlns:a16="http://schemas.microsoft.com/office/drawing/2014/main" id="{284D9B53-20A0-5EBD-D25A-1A48B3AAA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6424" y="1353434"/>
            <a:ext cx="957263" cy="314325"/>
          </a:xfrm>
          <a:prstGeom prst="rect">
            <a:avLst/>
          </a:prstGeom>
        </p:spPr>
      </p:pic>
      <p:pic>
        <p:nvPicPr>
          <p:cNvPr id="242" name="SK-6-img-9" descr="preencoded.png">
            <a:extLst>
              <a:ext uri="{FF2B5EF4-FFF2-40B4-BE49-F238E27FC236}">
                <a16:creationId xmlns:a16="http://schemas.microsoft.com/office/drawing/2014/main" id="{2A8D8E9A-1CF8-0E2C-FCE7-4C7DE00C02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9774" y="1443921"/>
            <a:ext cx="166688" cy="133350"/>
          </a:xfrm>
          <a:prstGeom prst="rect">
            <a:avLst/>
          </a:prstGeom>
        </p:spPr>
      </p:pic>
      <p:pic>
        <p:nvPicPr>
          <p:cNvPr id="244" name="SK-6-img-10" descr="preencoded.png">
            <a:extLst>
              <a:ext uri="{FF2B5EF4-FFF2-40B4-BE49-F238E27FC236}">
                <a16:creationId xmlns:a16="http://schemas.microsoft.com/office/drawing/2014/main" id="{74062E41-51FA-F6AE-AE5F-641EF0CDE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986" y="1460292"/>
            <a:ext cx="142875" cy="114300"/>
          </a:xfrm>
          <a:prstGeom prst="rect">
            <a:avLst/>
          </a:prstGeom>
        </p:spPr>
      </p:pic>
      <p:pic>
        <p:nvPicPr>
          <p:cNvPr id="246" name="SK-6-img-11" descr="preencoded.png">
            <a:extLst>
              <a:ext uri="{FF2B5EF4-FFF2-40B4-BE49-F238E27FC236}">
                <a16:creationId xmlns:a16="http://schemas.microsoft.com/office/drawing/2014/main" id="{23CEC2FB-A1AA-2588-E05B-434D4F5E6B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5161" y="1353434"/>
            <a:ext cx="1662113" cy="314325"/>
          </a:xfrm>
          <a:prstGeom prst="rect">
            <a:avLst/>
          </a:prstGeom>
        </p:spPr>
      </p:pic>
      <p:pic>
        <p:nvPicPr>
          <p:cNvPr id="248" name="SK-6-img-12" descr="preencoded.png">
            <a:extLst>
              <a:ext uri="{FF2B5EF4-FFF2-40B4-BE49-F238E27FC236}">
                <a16:creationId xmlns:a16="http://schemas.microsoft.com/office/drawing/2014/main" id="{FC0515B8-E5A5-AD56-F72A-E9BE1D4B38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8511" y="1443921"/>
            <a:ext cx="166688" cy="133350"/>
          </a:xfrm>
          <a:prstGeom prst="rect">
            <a:avLst/>
          </a:prstGeom>
        </p:spPr>
      </p:pic>
      <p:pic>
        <p:nvPicPr>
          <p:cNvPr id="250" name="SK-6-img-13" descr="preencoded.png">
            <a:extLst>
              <a:ext uri="{FF2B5EF4-FFF2-40B4-BE49-F238E27FC236}">
                <a16:creationId xmlns:a16="http://schemas.microsoft.com/office/drawing/2014/main" id="{B3B0B6A7-4CA3-D0AA-0D66-BF3B37F97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1574" y="1460292"/>
            <a:ext cx="142875" cy="114300"/>
          </a:xfrm>
          <a:prstGeom prst="rect">
            <a:avLst/>
          </a:prstGeom>
        </p:spPr>
      </p:pic>
      <p:pic>
        <p:nvPicPr>
          <p:cNvPr id="252" name="SK-6-img-14" descr="preencoded.png">
            <a:extLst>
              <a:ext uri="{FF2B5EF4-FFF2-40B4-BE49-F238E27FC236}">
                <a16:creationId xmlns:a16="http://schemas.microsoft.com/office/drawing/2014/main" id="{02864D01-43CE-6B24-48D4-042D207F13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8749" y="1353434"/>
            <a:ext cx="1738313" cy="314325"/>
          </a:xfrm>
          <a:prstGeom prst="rect">
            <a:avLst/>
          </a:prstGeom>
        </p:spPr>
      </p:pic>
      <p:pic>
        <p:nvPicPr>
          <p:cNvPr id="254" name="SK-6-img-15" descr="preencoded.png">
            <a:extLst>
              <a:ext uri="{FF2B5EF4-FFF2-40B4-BE49-F238E27FC236}">
                <a16:creationId xmlns:a16="http://schemas.microsoft.com/office/drawing/2014/main" id="{71F436B7-A0D4-9957-3082-545324F02F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2099" y="1443921"/>
            <a:ext cx="166688" cy="133350"/>
          </a:xfrm>
          <a:prstGeom prst="rect">
            <a:avLst/>
          </a:prstGeom>
        </p:spPr>
      </p:pic>
      <p:pic>
        <p:nvPicPr>
          <p:cNvPr id="256" name="SK-6-img-16" descr="preencoded.png">
            <a:extLst>
              <a:ext uri="{FF2B5EF4-FFF2-40B4-BE49-F238E27FC236}">
                <a16:creationId xmlns:a16="http://schemas.microsoft.com/office/drawing/2014/main" id="{AA2C9959-F095-6489-E5D0-E5A5CC89A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361" y="1460292"/>
            <a:ext cx="142875" cy="114300"/>
          </a:xfrm>
          <a:prstGeom prst="rect">
            <a:avLst/>
          </a:prstGeom>
        </p:spPr>
      </p:pic>
      <p:pic>
        <p:nvPicPr>
          <p:cNvPr id="258" name="SK-6-img-17" descr="preencoded.png">
            <a:extLst>
              <a:ext uri="{FF2B5EF4-FFF2-40B4-BE49-F238E27FC236}">
                <a16:creationId xmlns:a16="http://schemas.microsoft.com/office/drawing/2014/main" id="{3A9994E1-93BA-C0EE-6E71-83846B6EFF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8536" y="1353434"/>
            <a:ext cx="1471613" cy="314325"/>
          </a:xfrm>
          <a:prstGeom prst="rect">
            <a:avLst/>
          </a:prstGeom>
        </p:spPr>
      </p:pic>
      <p:pic>
        <p:nvPicPr>
          <p:cNvPr id="260" name="SK-6-img-18" descr="preencoded.png">
            <a:extLst>
              <a:ext uri="{FF2B5EF4-FFF2-40B4-BE49-F238E27FC236}">
                <a16:creationId xmlns:a16="http://schemas.microsoft.com/office/drawing/2014/main" id="{F0AFF2EE-E292-25C5-BAC0-CF9BFE86806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1886" y="1443921"/>
            <a:ext cx="166688" cy="133350"/>
          </a:xfrm>
          <a:prstGeom prst="rect">
            <a:avLst/>
          </a:prstGeom>
        </p:spPr>
      </p:pic>
      <p:pic>
        <p:nvPicPr>
          <p:cNvPr id="262" name="SK-6-img-19" descr="preencoded.png">
            <a:extLst>
              <a:ext uri="{FF2B5EF4-FFF2-40B4-BE49-F238E27FC236}">
                <a16:creationId xmlns:a16="http://schemas.microsoft.com/office/drawing/2014/main" id="{5193CBDA-2FA5-DD1A-6772-E0EADCCFA9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04647" y="132136"/>
            <a:ext cx="2091778" cy="6228752"/>
          </a:xfrm>
          <a:prstGeom prst="rect">
            <a:avLst/>
          </a:prstGeom>
        </p:spPr>
      </p:pic>
      <p:pic>
        <p:nvPicPr>
          <p:cNvPr id="264" name="SK-6-img-20" descr="preencoded.png">
            <a:extLst>
              <a:ext uri="{FF2B5EF4-FFF2-40B4-BE49-F238E27FC236}">
                <a16:creationId xmlns:a16="http://schemas.microsoft.com/office/drawing/2014/main" id="{D92B463F-815D-9C2B-A4FC-8644ACE7E27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2997" y="3457920"/>
            <a:ext cx="381000" cy="457200"/>
          </a:xfrm>
          <a:prstGeom prst="rect">
            <a:avLst/>
          </a:prstGeom>
        </p:spPr>
      </p:pic>
      <p:pic>
        <p:nvPicPr>
          <p:cNvPr id="266" name="SK-6-img-21" descr="preencoded.png">
            <a:extLst>
              <a:ext uri="{FF2B5EF4-FFF2-40B4-BE49-F238E27FC236}">
                <a16:creationId xmlns:a16="http://schemas.microsoft.com/office/drawing/2014/main" id="{CFC0546C-8759-C81F-5DEE-BA8C5D97D3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575" y="2000101"/>
            <a:ext cx="3414739" cy="4200674"/>
          </a:xfrm>
          <a:prstGeom prst="rect">
            <a:avLst/>
          </a:prstGeom>
        </p:spPr>
      </p:pic>
      <p:pic>
        <p:nvPicPr>
          <p:cNvPr id="268" name="SK-6-img-22" descr="preencoded.png">
            <a:extLst>
              <a:ext uri="{FF2B5EF4-FFF2-40B4-BE49-F238E27FC236}">
                <a16:creationId xmlns:a16="http://schemas.microsoft.com/office/drawing/2014/main" id="{DA9AD30B-3144-BA02-9DA0-7B6C807E452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42647" y="2468213"/>
            <a:ext cx="381000" cy="457200"/>
          </a:xfrm>
          <a:prstGeom prst="rect">
            <a:avLst/>
          </a:prstGeom>
        </p:spPr>
      </p:pic>
      <p:pic>
        <p:nvPicPr>
          <p:cNvPr id="270" name="SK-6-img-23" descr="preencoded.png">
            <a:extLst>
              <a:ext uri="{FF2B5EF4-FFF2-40B4-BE49-F238E27FC236}">
                <a16:creationId xmlns:a16="http://schemas.microsoft.com/office/drawing/2014/main" id="{52F2ABBE-7ACF-9E4C-5836-3E12426CE9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08639" y="2008098"/>
            <a:ext cx="5751410" cy="4192677"/>
          </a:xfrm>
          <a:prstGeom prst="rect">
            <a:avLst/>
          </a:prstGeom>
        </p:spPr>
      </p:pic>
      <p:sp>
        <p:nvSpPr>
          <p:cNvPr id="276" name="SK-6-text-27">
            <a:extLst>
              <a:ext uri="{FF2B5EF4-FFF2-40B4-BE49-F238E27FC236}">
                <a16:creationId xmlns:a16="http://schemas.microsoft.com/office/drawing/2014/main" id="{1023C68F-85C2-484B-1F86-59A06440CB6F}"/>
              </a:ext>
            </a:extLst>
          </p:cNvPr>
          <p:cNvSpPr/>
          <p:nvPr/>
        </p:nvSpPr>
        <p:spPr>
          <a:xfrm>
            <a:off x="952500" y="381000"/>
            <a:ext cx="10553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278" name="SK-6-text-28">
            <a:extLst>
              <a:ext uri="{FF2B5EF4-FFF2-40B4-BE49-F238E27FC236}">
                <a16:creationId xmlns:a16="http://schemas.microsoft.com/office/drawing/2014/main" id="{FE3D7E7B-F6F8-736A-4E67-EFF3B4954082}"/>
              </a:ext>
            </a:extLst>
          </p:cNvPr>
          <p:cNvSpPr/>
          <p:nvPr/>
        </p:nvSpPr>
        <p:spPr>
          <a:xfrm>
            <a:off x="952500" y="657225"/>
            <a:ext cx="11239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Environnement de développement — CP1</a:t>
            </a:r>
            <a:endParaRPr lang="en-US" sz="2400" dirty="0"/>
          </a:p>
        </p:txBody>
      </p:sp>
      <p:sp>
        <p:nvSpPr>
          <p:cNvPr id="280" name="SK-6-text-29">
            <a:extLst>
              <a:ext uri="{FF2B5EF4-FFF2-40B4-BE49-F238E27FC236}">
                <a16:creationId xmlns:a16="http://schemas.microsoft.com/office/drawing/2014/main" id="{E6E95D5A-43D4-D0E1-810E-B57DF078B069}"/>
              </a:ext>
            </a:extLst>
          </p:cNvPr>
          <p:cNvSpPr/>
          <p:nvPr/>
        </p:nvSpPr>
        <p:spPr>
          <a:xfrm>
            <a:off x="1179624" y="1353434"/>
            <a:ext cx="84135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050" dirty="0"/>
          </a:p>
        </p:txBody>
      </p:sp>
      <p:sp>
        <p:nvSpPr>
          <p:cNvPr id="282" name="SK-6-text-30">
            <a:extLst>
              <a:ext uri="{FF2B5EF4-FFF2-40B4-BE49-F238E27FC236}">
                <a16:creationId xmlns:a16="http://schemas.microsoft.com/office/drawing/2014/main" id="{E5A3217A-0E38-3754-35E4-DFCB40CEEA22}"/>
              </a:ext>
            </a:extLst>
          </p:cNvPr>
          <p:cNvSpPr/>
          <p:nvPr/>
        </p:nvSpPr>
        <p:spPr>
          <a:xfrm>
            <a:off x="2622661" y="1353434"/>
            <a:ext cx="692624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050" dirty="0"/>
          </a:p>
        </p:txBody>
      </p:sp>
      <p:sp>
        <p:nvSpPr>
          <p:cNvPr id="284" name="SK-6-text-31">
            <a:extLst>
              <a:ext uri="{FF2B5EF4-FFF2-40B4-BE49-F238E27FC236}">
                <a16:creationId xmlns:a16="http://schemas.microsoft.com/office/drawing/2014/main" id="{C1CBF2B2-F9FA-7A91-CE8F-0784349A287E}"/>
              </a:ext>
            </a:extLst>
          </p:cNvPr>
          <p:cNvSpPr/>
          <p:nvPr/>
        </p:nvSpPr>
        <p:spPr>
          <a:xfrm>
            <a:off x="3951398" y="1353434"/>
            <a:ext cx="2283838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/ Express</a:t>
            </a:r>
            <a:endParaRPr lang="en-US" sz="1050" dirty="0"/>
          </a:p>
        </p:txBody>
      </p:sp>
      <p:sp>
        <p:nvSpPr>
          <p:cNvPr id="286" name="SK-6-text-32">
            <a:extLst>
              <a:ext uri="{FF2B5EF4-FFF2-40B4-BE49-F238E27FC236}">
                <a16:creationId xmlns:a16="http://schemas.microsoft.com/office/drawing/2014/main" id="{5ED6F4C4-1C74-0A97-54CA-C0832CBB60E1}"/>
              </a:ext>
            </a:extLst>
          </p:cNvPr>
          <p:cNvSpPr/>
          <p:nvPr/>
        </p:nvSpPr>
        <p:spPr>
          <a:xfrm>
            <a:off x="5984986" y="1353434"/>
            <a:ext cx="2302973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Sequelize / MySQL</a:t>
            </a:r>
            <a:endParaRPr lang="en-US" sz="1050" dirty="0"/>
          </a:p>
        </p:txBody>
      </p:sp>
      <p:sp>
        <p:nvSpPr>
          <p:cNvPr id="288" name="SK-6-text-33">
            <a:extLst>
              <a:ext uri="{FF2B5EF4-FFF2-40B4-BE49-F238E27FC236}">
                <a16:creationId xmlns:a16="http://schemas.microsoft.com/office/drawing/2014/main" id="{183ABEEB-685C-6B31-6707-5CB55711FC12}"/>
              </a:ext>
            </a:extLst>
          </p:cNvPr>
          <p:cNvSpPr/>
          <p:nvPr/>
        </p:nvSpPr>
        <p:spPr>
          <a:xfrm>
            <a:off x="8094774" y="1353434"/>
            <a:ext cx="18342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/ Aiven</a:t>
            </a:r>
            <a:endParaRPr lang="en-US" sz="1050" dirty="0"/>
          </a:p>
        </p:txBody>
      </p:sp>
      <p:sp>
        <p:nvSpPr>
          <p:cNvPr id="290" name="SK-6-text-34">
            <a:extLst>
              <a:ext uri="{FF2B5EF4-FFF2-40B4-BE49-F238E27FC236}">
                <a16:creationId xmlns:a16="http://schemas.microsoft.com/office/drawing/2014/main" id="{66A45BA2-C4AE-5CC5-83EC-8000319D6B7D}"/>
              </a:ext>
            </a:extLst>
          </p:cNvPr>
          <p:cNvSpPr/>
          <p:nvPr/>
        </p:nvSpPr>
        <p:spPr>
          <a:xfrm>
            <a:off x="9895233" y="168088"/>
            <a:ext cx="1922980" cy="1985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8CB369"/>
                </a:solidFill>
              </a:rPr>
              <a:t>STRUCTURE DU PROJET</a:t>
            </a:r>
            <a:endParaRPr lang="en-US" sz="900" dirty="0"/>
          </a:p>
        </p:txBody>
      </p:sp>
      <p:sp>
        <p:nvSpPr>
          <p:cNvPr id="294" name="SK-6-text-36">
            <a:extLst>
              <a:ext uri="{FF2B5EF4-FFF2-40B4-BE49-F238E27FC236}">
                <a16:creationId xmlns:a16="http://schemas.microsoft.com/office/drawing/2014/main" id="{BF1826CF-A7F3-8C1F-3C43-0C15246CB76D}"/>
              </a:ext>
            </a:extLst>
          </p:cNvPr>
          <p:cNvSpPr/>
          <p:nvPr/>
        </p:nvSpPr>
        <p:spPr>
          <a:xfrm>
            <a:off x="1310314" y="2103572"/>
            <a:ext cx="1071563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8CB369"/>
                </a:solidFill>
              </a:rPr>
              <a:t>DÉPENDANCES</a:t>
            </a:r>
            <a:endParaRPr lang="en-US" sz="900" dirty="0"/>
          </a:p>
        </p:txBody>
      </p:sp>
      <p:sp>
        <p:nvSpPr>
          <p:cNvPr id="298" name="SK-6-text-38">
            <a:extLst>
              <a:ext uri="{FF2B5EF4-FFF2-40B4-BE49-F238E27FC236}">
                <a16:creationId xmlns:a16="http://schemas.microsoft.com/office/drawing/2014/main" id="{D06CFE17-3D2E-8FAE-CA0A-5DBC3D6D0886}"/>
              </a:ext>
            </a:extLst>
          </p:cNvPr>
          <p:cNvSpPr/>
          <p:nvPr/>
        </p:nvSpPr>
        <p:spPr>
          <a:xfrm>
            <a:off x="6136069" y="2103342"/>
            <a:ext cx="1200150" cy="1891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8CB369"/>
                </a:solidFill>
              </a:rPr>
              <a:t>SERVICES CLOUD</a:t>
            </a:r>
            <a:endParaRPr lang="en-US" sz="900" dirty="0"/>
          </a:p>
        </p:txBody>
      </p:sp>
      <p:pic>
        <p:nvPicPr>
          <p:cNvPr id="303" name="Image 302">
            <a:extLst>
              <a:ext uri="{FF2B5EF4-FFF2-40B4-BE49-F238E27FC236}">
                <a16:creationId xmlns:a16="http://schemas.microsoft.com/office/drawing/2014/main" id="{8EFDD8B9-5D6B-F48F-C0F3-AB2736CEF03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294" y="449840"/>
            <a:ext cx="1539420" cy="5756641"/>
          </a:xfrm>
          <a:prstGeom prst="rect">
            <a:avLst/>
          </a:prstGeom>
        </p:spPr>
      </p:pic>
      <p:pic>
        <p:nvPicPr>
          <p:cNvPr id="305" name="Image 304">
            <a:extLst>
              <a:ext uri="{FF2B5EF4-FFF2-40B4-BE49-F238E27FC236}">
                <a16:creationId xmlns:a16="http://schemas.microsoft.com/office/drawing/2014/main" id="{E57F64AF-838F-1F00-5F3B-92D29D71F8D4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1375"/>
          <a:stretch>
            <a:fillRect/>
          </a:stretch>
        </p:blipFill>
        <p:spPr>
          <a:xfrm>
            <a:off x="493900" y="2454062"/>
            <a:ext cx="2971092" cy="3579135"/>
          </a:xfrm>
          <a:prstGeom prst="rect">
            <a:avLst/>
          </a:prstGeom>
        </p:spPr>
      </p:pic>
      <p:sp>
        <p:nvSpPr>
          <p:cNvPr id="310" name="Rectangle : coins arrondis 309">
            <a:extLst>
              <a:ext uri="{FF2B5EF4-FFF2-40B4-BE49-F238E27FC236}">
                <a16:creationId xmlns:a16="http://schemas.microsoft.com/office/drawing/2014/main" id="{D5D0F540-1003-776A-2669-68649F61CA0E}"/>
              </a:ext>
            </a:extLst>
          </p:cNvPr>
          <p:cNvSpPr/>
          <p:nvPr/>
        </p:nvSpPr>
        <p:spPr>
          <a:xfrm>
            <a:off x="4027117" y="2421713"/>
            <a:ext cx="5462501" cy="160445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" name="Rectangle : coins arrondis 311">
            <a:extLst>
              <a:ext uri="{FF2B5EF4-FFF2-40B4-BE49-F238E27FC236}">
                <a16:creationId xmlns:a16="http://schemas.microsoft.com/office/drawing/2014/main" id="{D9F28418-E5FF-01AE-1100-A245283F1D61}"/>
              </a:ext>
            </a:extLst>
          </p:cNvPr>
          <p:cNvSpPr/>
          <p:nvPr/>
        </p:nvSpPr>
        <p:spPr>
          <a:xfrm>
            <a:off x="4074860" y="4213201"/>
            <a:ext cx="5462501" cy="18199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" name="ZoneTexte 312">
            <a:extLst>
              <a:ext uri="{FF2B5EF4-FFF2-40B4-BE49-F238E27FC236}">
                <a16:creationId xmlns:a16="http://schemas.microsoft.com/office/drawing/2014/main" id="{06A496E4-CC3C-AB21-B4F5-407D2F976954}"/>
              </a:ext>
            </a:extLst>
          </p:cNvPr>
          <p:cNvSpPr txBox="1"/>
          <p:nvPr/>
        </p:nvSpPr>
        <p:spPr>
          <a:xfrm rot="16200000">
            <a:off x="4000054" y="2943198"/>
            <a:ext cx="75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6"/>
                </a:solidFill>
              </a:rPr>
              <a:t>Aiven</a:t>
            </a:r>
          </a:p>
        </p:txBody>
      </p:sp>
      <p:sp>
        <p:nvSpPr>
          <p:cNvPr id="315" name="ZoneTexte 314">
            <a:extLst>
              <a:ext uri="{FF2B5EF4-FFF2-40B4-BE49-F238E27FC236}">
                <a16:creationId xmlns:a16="http://schemas.microsoft.com/office/drawing/2014/main" id="{9C60F579-4A93-7548-04EF-346825F1FBFF}"/>
              </a:ext>
            </a:extLst>
          </p:cNvPr>
          <p:cNvSpPr txBox="1"/>
          <p:nvPr/>
        </p:nvSpPr>
        <p:spPr>
          <a:xfrm rot="16200000">
            <a:off x="3918173" y="4886032"/>
            <a:ext cx="91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6"/>
                </a:solidFill>
              </a:rPr>
              <a:t>Render</a:t>
            </a:r>
          </a:p>
        </p:txBody>
      </p:sp>
      <p:pic>
        <p:nvPicPr>
          <p:cNvPr id="316" name="Image 315">
            <a:extLst>
              <a:ext uri="{FF2B5EF4-FFF2-40B4-BE49-F238E27FC236}">
                <a16:creationId xmlns:a16="http://schemas.microsoft.com/office/drawing/2014/main" id="{26139C46-123E-7124-8A09-EA17539AAF2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64078" y="2526415"/>
            <a:ext cx="4519138" cy="1447212"/>
          </a:xfrm>
          <a:prstGeom prst="rect">
            <a:avLst/>
          </a:prstGeom>
        </p:spPr>
      </p:pic>
      <p:pic>
        <p:nvPicPr>
          <p:cNvPr id="317" name="Image 316">
            <a:extLst>
              <a:ext uri="{FF2B5EF4-FFF2-40B4-BE49-F238E27FC236}">
                <a16:creationId xmlns:a16="http://schemas.microsoft.com/office/drawing/2014/main" id="{2D6180DF-F840-50DF-9554-10DAF012A95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05460" y="4246781"/>
            <a:ext cx="4222014" cy="176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07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EBEA12-E62F-9C8D-34BD-8A240CC6D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FEAC465-233C-AD45-D19E-BF7EA94E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C09106-C899-C48C-B4FA-CFEBAF3D1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7</a:t>
            </a:fld>
            <a:endParaRPr lang="fr-FR"/>
          </a:p>
        </p:txBody>
      </p:sp>
      <p:pic>
        <p:nvPicPr>
          <p:cNvPr id="6" name="SK-7-img-3" descr="preencoded.png">
            <a:extLst>
              <a:ext uri="{FF2B5EF4-FFF2-40B4-BE49-F238E27FC236}">
                <a16:creationId xmlns:a16="http://schemas.microsoft.com/office/drawing/2014/main" id="{FC77E7FE-9365-DB59-04ED-2CCC9F2A9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10668000" cy="641896"/>
          </a:xfrm>
          <a:prstGeom prst="rect">
            <a:avLst/>
          </a:prstGeom>
        </p:spPr>
      </p:pic>
      <p:pic>
        <p:nvPicPr>
          <p:cNvPr id="8" name="SK-7-img-4" descr="preencoded.png">
            <a:extLst>
              <a:ext uri="{FF2B5EF4-FFF2-40B4-BE49-F238E27FC236}">
                <a16:creationId xmlns:a16="http://schemas.microsoft.com/office/drawing/2014/main" id="{D4AC08C7-043F-C2FA-9040-D0F75726B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51496"/>
            <a:ext cx="5219700" cy="3072854"/>
          </a:xfrm>
          <a:prstGeom prst="rect">
            <a:avLst/>
          </a:prstGeom>
        </p:spPr>
      </p:pic>
      <p:pic>
        <p:nvPicPr>
          <p:cNvPr id="10" name="SK-7-img-5" descr="preencoded.png">
            <a:extLst>
              <a:ext uri="{FF2B5EF4-FFF2-40B4-BE49-F238E27FC236}">
                <a16:creationId xmlns:a16="http://schemas.microsoft.com/office/drawing/2014/main" id="{175EFD7F-EBD3-F7EA-A122-9FB4806A8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499146"/>
            <a:ext cx="4610100" cy="466725"/>
          </a:xfrm>
          <a:prstGeom prst="rect">
            <a:avLst/>
          </a:prstGeom>
        </p:spPr>
      </p:pic>
      <p:pic>
        <p:nvPicPr>
          <p:cNvPr id="12" name="SK-7-img-6" descr="preencoded.png">
            <a:extLst>
              <a:ext uri="{FF2B5EF4-FFF2-40B4-BE49-F238E27FC236}">
                <a16:creationId xmlns:a16="http://schemas.microsoft.com/office/drawing/2014/main" id="{E9A5A5EB-2B69-A9BA-F079-5AB09DE74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1537246"/>
            <a:ext cx="333375" cy="266700"/>
          </a:xfrm>
          <a:prstGeom prst="rect">
            <a:avLst/>
          </a:prstGeom>
        </p:spPr>
      </p:pic>
      <p:pic>
        <p:nvPicPr>
          <p:cNvPr id="14" name="SK-7-img-7" descr="preencoded.png">
            <a:extLst>
              <a:ext uri="{FF2B5EF4-FFF2-40B4-BE49-F238E27FC236}">
                <a16:creationId xmlns:a16="http://schemas.microsoft.com/office/drawing/2014/main" id="{6C444809-912C-6767-4129-B92DE969C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251496"/>
            <a:ext cx="5219700" cy="3072854"/>
          </a:xfrm>
          <a:prstGeom prst="rect">
            <a:avLst/>
          </a:prstGeom>
        </p:spPr>
      </p:pic>
      <p:pic>
        <p:nvPicPr>
          <p:cNvPr id="16" name="SK-7-img-8" descr="preencoded.png">
            <a:extLst>
              <a:ext uri="{FF2B5EF4-FFF2-40B4-BE49-F238E27FC236}">
                <a16:creationId xmlns:a16="http://schemas.microsoft.com/office/drawing/2014/main" id="{3D7C23E6-63DE-FC8D-63AC-A5B1546E7C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1499146"/>
            <a:ext cx="4610100" cy="466725"/>
          </a:xfrm>
          <a:prstGeom prst="rect">
            <a:avLst/>
          </a:prstGeom>
        </p:spPr>
      </p:pic>
      <p:pic>
        <p:nvPicPr>
          <p:cNvPr id="18" name="SK-7-img-9" descr="preencoded.png">
            <a:extLst>
              <a:ext uri="{FF2B5EF4-FFF2-40B4-BE49-F238E27FC236}">
                <a16:creationId xmlns:a16="http://schemas.microsoft.com/office/drawing/2014/main" id="{A86B354F-105A-0222-E52D-FE88520A3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1537246"/>
            <a:ext cx="333375" cy="266700"/>
          </a:xfrm>
          <a:prstGeom prst="rect">
            <a:avLst/>
          </a:prstGeom>
        </p:spPr>
      </p:pic>
      <p:pic>
        <p:nvPicPr>
          <p:cNvPr id="20" name="SK-7-img-10" descr="preencoded.png">
            <a:extLst>
              <a:ext uri="{FF2B5EF4-FFF2-40B4-BE49-F238E27FC236}">
                <a16:creationId xmlns:a16="http://schemas.microsoft.com/office/drawing/2014/main" id="{90A52A44-F423-52DC-576E-B57484E3A9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572000"/>
            <a:ext cx="10668000" cy="1466850"/>
          </a:xfrm>
          <a:prstGeom prst="rect">
            <a:avLst/>
          </a:prstGeom>
        </p:spPr>
      </p:pic>
      <p:pic>
        <p:nvPicPr>
          <p:cNvPr id="22" name="SK-7-img-11" descr="preencoded.png">
            <a:extLst>
              <a:ext uri="{FF2B5EF4-FFF2-40B4-BE49-F238E27FC236}">
                <a16:creationId xmlns:a16="http://schemas.microsoft.com/office/drawing/2014/main" id="{47B9E7CB-E0CE-A8EA-2D1E-5A7325D333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9053" y="5076825"/>
            <a:ext cx="457200" cy="457200"/>
          </a:xfrm>
          <a:prstGeom prst="rect">
            <a:avLst/>
          </a:prstGeom>
        </p:spPr>
      </p:pic>
      <p:pic>
        <p:nvPicPr>
          <p:cNvPr id="24" name="SK-7-img-12" descr="preencoded.png">
            <a:extLst>
              <a:ext uri="{FF2B5EF4-FFF2-40B4-BE49-F238E27FC236}">
                <a16:creationId xmlns:a16="http://schemas.microsoft.com/office/drawing/2014/main" id="{F923242E-990D-BFF9-E09D-453C23C4CA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4706" y="5448300"/>
            <a:ext cx="238125" cy="38100"/>
          </a:xfrm>
          <a:prstGeom prst="rect">
            <a:avLst/>
          </a:prstGeom>
        </p:spPr>
      </p:pic>
      <p:pic>
        <p:nvPicPr>
          <p:cNvPr id="26" name="SK-7-img-13" descr="preencoded.png">
            <a:extLst>
              <a:ext uri="{FF2B5EF4-FFF2-40B4-BE49-F238E27FC236}">
                <a16:creationId xmlns:a16="http://schemas.microsoft.com/office/drawing/2014/main" id="{4C350233-857D-9AD3-3363-7241F8245B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1284" y="5076825"/>
            <a:ext cx="457200" cy="457200"/>
          </a:xfrm>
          <a:prstGeom prst="rect">
            <a:avLst/>
          </a:prstGeom>
        </p:spPr>
      </p:pic>
      <p:pic>
        <p:nvPicPr>
          <p:cNvPr id="28" name="SK-7-img-14" descr="preencoded.png">
            <a:extLst>
              <a:ext uri="{FF2B5EF4-FFF2-40B4-BE49-F238E27FC236}">
                <a16:creationId xmlns:a16="http://schemas.microsoft.com/office/drawing/2014/main" id="{1757705A-AB79-03F1-CAEE-0BB5BF4E98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6938" y="5448300"/>
            <a:ext cx="238125" cy="38100"/>
          </a:xfrm>
          <a:prstGeom prst="rect">
            <a:avLst/>
          </a:prstGeom>
        </p:spPr>
      </p:pic>
      <p:pic>
        <p:nvPicPr>
          <p:cNvPr id="30" name="SK-7-img-15" descr="preencoded.png">
            <a:extLst>
              <a:ext uri="{FF2B5EF4-FFF2-40B4-BE49-F238E27FC236}">
                <a16:creationId xmlns:a16="http://schemas.microsoft.com/office/drawing/2014/main" id="{7DF6265E-0014-5050-608F-330F2342FF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3516" y="5076825"/>
            <a:ext cx="457200" cy="457200"/>
          </a:xfrm>
          <a:prstGeom prst="rect">
            <a:avLst/>
          </a:prstGeom>
        </p:spPr>
      </p:pic>
      <p:pic>
        <p:nvPicPr>
          <p:cNvPr id="32" name="SK-7-img-16" descr="preencoded.png">
            <a:extLst>
              <a:ext uri="{FF2B5EF4-FFF2-40B4-BE49-F238E27FC236}">
                <a16:creationId xmlns:a16="http://schemas.microsoft.com/office/drawing/2014/main" id="{96ADE2D5-E9AE-1AF2-B255-FF8AA5F460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9169" y="5448300"/>
            <a:ext cx="238125" cy="38100"/>
          </a:xfrm>
          <a:prstGeom prst="rect">
            <a:avLst/>
          </a:prstGeom>
        </p:spPr>
      </p:pic>
      <p:pic>
        <p:nvPicPr>
          <p:cNvPr id="34" name="SK-7-img-17" descr="preencoded.png">
            <a:extLst>
              <a:ext uri="{FF2B5EF4-FFF2-40B4-BE49-F238E27FC236}">
                <a16:creationId xmlns:a16="http://schemas.microsoft.com/office/drawing/2014/main" id="{55295F3F-3C62-C7CC-A39F-6C0D0C543D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5747" y="5076825"/>
            <a:ext cx="457200" cy="457200"/>
          </a:xfrm>
          <a:prstGeom prst="rect">
            <a:avLst/>
          </a:prstGeom>
        </p:spPr>
      </p:pic>
      <p:sp>
        <p:nvSpPr>
          <p:cNvPr id="36" name="SK-7-text-19">
            <a:extLst>
              <a:ext uri="{FF2B5EF4-FFF2-40B4-BE49-F238E27FC236}">
                <a16:creationId xmlns:a16="http://schemas.microsoft.com/office/drawing/2014/main" id="{9F5CD090-A278-80DD-2382-8267ACEC58DE}"/>
              </a:ext>
            </a:extLst>
          </p:cNvPr>
          <p:cNvSpPr/>
          <p:nvPr/>
        </p:nvSpPr>
        <p:spPr>
          <a:xfrm>
            <a:off x="952500" y="381000"/>
            <a:ext cx="10553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38" name="SK-7-text-20">
            <a:extLst>
              <a:ext uri="{FF2B5EF4-FFF2-40B4-BE49-F238E27FC236}">
                <a16:creationId xmlns:a16="http://schemas.microsoft.com/office/drawing/2014/main" id="{C115CDBE-3A74-D62A-7B04-1CDCDA1ACEDA}"/>
              </a:ext>
            </a:extLst>
          </p:cNvPr>
          <p:cNvSpPr/>
          <p:nvPr/>
        </p:nvSpPr>
        <p:spPr>
          <a:xfrm>
            <a:off x="952500" y="657225"/>
            <a:ext cx="10629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Analyse des besoins — CP2</a:t>
            </a:r>
            <a:endParaRPr lang="en-US" sz="2400" dirty="0"/>
          </a:p>
        </p:txBody>
      </p:sp>
      <p:sp>
        <p:nvSpPr>
          <p:cNvPr id="40" name="SK-7-text-21">
            <a:extLst>
              <a:ext uri="{FF2B5EF4-FFF2-40B4-BE49-F238E27FC236}">
                <a16:creationId xmlns:a16="http://schemas.microsoft.com/office/drawing/2014/main" id="{F583A8A4-9896-6DBE-CA64-B5C9E4FF831F}"/>
              </a:ext>
            </a:extLst>
          </p:cNvPr>
          <p:cNvSpPr/>
          <p:nvPr/>
        </p:nvSpPr>
        <p:spPr>
          <a:xfrm>
            <a:off x="1552575" y="1499146"/>
            <a:ext cx="5600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A2419"/>
                </a:solidFill>
              </a:rPr>
              <a:t>Besoins fonctionnels</a:t>
            </a:r>
            <a:endParaRPr lang="en-US" sz="1800" dirty="0"/>
          </a:p>
        </p:txBody>
      </p:sp>
      <p:sp>
        <p:nvSpPr>
          <p:cNvPr id="42" name="SK-7-text-22">
            <a:extLst>
              <a:ext uri="{FF2B5EF4-FFF2-40B4-BE49-F238E27FC236}">
                <a16:creationId xmlns:a16="http://schemas.microsoft.com/office/drawing/2014/main" id="{3158B4EA-93D2-76DF-776B-DBF9B554F43A}"/>
              </a:ext>
            </a:extLst>
          </p:cNvPr>
          <p:cNvSpPr/>
          <p:nvPr/>
        </p:nvSpPr>
        <p:spPr>
          <a:xfrm>
            <a:off x="1333500" y="2146846"/>
            <a:ext cx="6094693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centralisée des clients</a:t>
            </a:r>
            <a:endParaRPr lang="en-US" sz="1350" dirty="0"/>
          </a:p>
        </p:txBody>
      </p:sp>
      <p:sp>
        <p:nvSpPr>
          <p:cNvPr id="44" name="SK-7-text-23">
            <a:extLst>
              <a:ext uri="{FF2B5EF4-FFF2-40B4-BE49-F238E27FC236}">
                <a16:creationId xmlns:a16="http://schemas.microsoft.com/office/drawing/2014/main" id="{0841D679-587C-9023-5C49-6452D2E7CAF0}"/>
              </a:ext>
            </a:extLst>
          </p:cNvPr>
          <p:cNvSpPr/>
          <p:nvPr/>
        </p:nvSpPr>
        <p:spPr>
          <a:xfrm>
            <a:off x="1333500" y="2516386"/>
            <a:ext cx="5319343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Création et suivi des devis</a:t>
            </a:r>
            <a:endParaRPr lang="en-US" sz="1350" dirty="0"/>
          </a:p>
        </p:txBody>
      </p:sp>
      <p:sp>
        <p:nvSpPr>
          <p:cNvPr id="46" name="SK-7-text-24">
            <a:extLst>
              <a:ext uri="{FF2B5EF4-FFF2-40B4-BE49-F238E27FC236}">
                <a16:creationId xmlns:a16="http://schemas.microsoft.com/office/drawing/2014/main" id="{BDF294AE-A99E-1FD7-85B0-874F466325A9}"/>
              </a:ext>
            </a:extLst>
          </p:cNvPr>
          <p:cNvSpPr/>
          <p:nvPr/>
        </p:nvSpPr>
        <p:spPr>
          <a:xfrm>
            <a:off x="1333500" y="2885926"/>
            <a:ext cx="4543992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Facturation automatisée</a:t>
            </a:r>
            <a:endParaRPr lang="en-US" sz="1350" dirty="0"/>
          </a:p>
        </p:txBody>
      </p:sp>
      <p:sp>
        <p:nvSpPr>
          <p:cNvPr id="48" name="SK-7-text-25">
            <a:extLst>
              <a:ext uri="{FF2B5EF4-FFF2-40B4-BE49-F238E27FC236}">
                <a16:creationId xmlns:a16="http://schemas.microsoft.com/office/drawing/2014/main" id="{91A00F46-959D-9EB8-469E-50E9F25AFA1B}"/>
              </a:ext>
            </a:extLst>
          </p:cNvPr>
          <p:cNvSpPr/>
          <p:nvPr/>
        </p:nvSpPr>
        <p:spPr>
          <a:xfrm>
            <a:off x="1333500" y="3255466"/>
            <a:ext cx="4737829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Historique des paiements</a:t>
            </a:r>
            <a:endParaRPr lang="en-US" sz="1350" dirty="0"/>
          </a:p>
        </p:txBody>
      </p:sp>
      <p:sp>
        <p:nvSpPr>
          <p:cNvPr id="50" name="SK-7-text-26">
            <a:extLst>
              <a:ext uri="{FF2B5EF4-FFF2-40B4-BE49-F238E27FC236}">
                <a16:creationId xmlns:a16="http://schemas.microsoft.com/office/drawing/2014/main" id="{9D20EE33-342F-D0BB-03B8-1C2BFF892870}"/>
              </a:ext>
            </a:extLst>
          </p:cNvPr>
          <p:cNvSpPr/>
          <p:nvPr/>
        </p:nvSpPr>
        <p:spPr>
          <a:xfrm>
            <a:off x="1333500" y="3625007"/>
            <a:ext cx="7257719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Statistiques d'activité en temps réel</a:t>
            </a:r>
            <a:endParaRPr lang="en-US" sz="1350" dirty="0"/>
          </a:p>
        </p:txBody>
      </p:sp>
      <p:sp>
        <p:nvSpPr>
          <p:cNvPr id="52" name="SK-7-text-27">
            <a:extLst>
              <a:ext uri="{FF2B5EF4-FFF2-40B4-BE49-F238E27FC236}">
                <a16:creationId xmlns:a16="http://schemas.microsoft.com/office/drawing/2014/main" id="{1CB65395-B91F-3695-2F04-8F92823867E1}"/>
              </a:ext>
            </a:extLst>
          </p:cNvPr>
          <p:cNvSpPr/>
          <p:nvPr/>
        </p:nvSpPr>
        <p:spPr>
          <a:xfrm>
            <a:off x="7000875" y="1499146"/>
            <a:ext cx="51911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A2419"/>
                </a:solidFill>
              </a:rPr>
              <a:t>Contraintes &amp; Qualité</a:t>
            </a:r>
            <a:endParaRPr lang="en-US" sz="1800" dirty="0"/>
          </a:p>
        </p:txBody>
      </p:sp>
      <p:sp>
        <p:nvSpPr>
          <p:cNvPr id="54" name="SK-7-text-28">
            <a:extLst>
              <a:ext uri="{FF2B5EF4-FFF2-40B4-BE49-F238E27FC236}">
                <a16:creationId xmlns:a16="http://schemas.microsoft.com/office/drawing/2014/main" id="{8C719C81-A13D-E041-AC53-4F3E29DA296F}"/>
              </a:ext>
            </a:extLst>
          </p:cNvPr>
          <p:cNvSpPr/>
          <p:nvPr/>
        </p:nvSpPr>
        <p:spPr>
          <a:xfrm>
            <a:off x="6781800" y="2146846"/>
            <a:ext cx="541020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Simplicité d'utilisation pour la TPE</a:t>
            </a:r>
            <a:endParaRPr lang="en-US" sz="1350" dirty="0"/>
          </a:p>
        </p:txBody>
      </p:sp>
      <p:sp>
        <p:nvSpPr>
          <p:cNvPr id="56" name="SK-7-text-29">
            <a:extLst>
              <a:ext uri="{FF2B5EF4-FFF2-40B4-BE49-F238E27FC236}">
                <a16:creationId xmlns:a16="http://schemas.microsoft.com/office/drawing/2014/main" id="{4AFC294B-5A8F-0D62-7B9F-AFF862D51FD1}"/>
              </a:ext>
            </a:extLst>
          </p:cNvPr>
          <p:cNvSpPr/>
          <p:nvPr/>
        </p:nvSpPr>
        <p:spPr>
          <a:xfrm>
            <a:off x="6781800" y="2516386"/>
            <a:ext cx="541020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Rapidité d'exécution des tâches</a:t>
            </a:r>
            <a:endParaRPr lang="en-US" sz="1350" dirty="0"/>
          </a:p>
        </p:txBody>
      </p:sp>
      <p:sp>
        <p:nvSpPr>
          <p:cNvPr id="58" name="SK-7-text-30">
            <a:extLst>
              <a:ext uri="{FF2B5EF4-FFF2-40B4-BE49-F238E27FC236}">
                <a16:creationId xmlns:a16="http://schemas.microsoft.com/office/drawing/2014/main" id="{194FF158-69EB-444C-1361-EF471C032847}"/>
              </a:ext>
            </a:extLst>
          </p:cNvPr>
          <p:cNvSpPr/>
          <p:nvPr/>
        </p:nvSpPr>
        <p:spPr>
          <a:xfrm>
            <a:off x="6781800" y="2885926"/>
            <a:ext cx="541020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Cohérence avec les processus métier</a:t>
            </a:r>
            <a:endParaRPr lang="en-US" sz="1350" dirty="0"/>
          </a:p>
        </p:txBody>
      </p:sp>
      <p:sp>
        <p:nvSpPr>
          <p:cNvPr id="60" name="SK-7-text-31">
            <a:extLst>
              <a:ext uri="{FF2B5EF4-FFF2-40B4-BE49-F238E27FC236}">
                <a16:creationId xmlns:a16="http://schemas.microsoft.com/office/drawing/2014/main" id="{812EB050-FFA0-C4B8-5FAB-7EBEF157A226}"/>
              </a:ext>
            </a:extLst>
          </p:cNvPr>
          <p:cNvSpPr/>
          <p:nvPr/>
        </p:nvSpPr>
        <p:spPr>
          <a:xfrm>
            <a:off x="6781800" y="3255466"/>
            <a:ext cx="541020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Fiabilité et intégrité des données</a:t>
            </a:r>
            <a:endParaRPr lang="en-US" sz="1350" dirty="0"/>
          </a:p>
        </p:txBody>
      </p:sp>
      <p:sp>
        <p:nvSpPr>
          <p:cNvPr id="62" name="SK-7-text-32">
            <a:extLst>
              <a:ext uri="{FF2B5EF4-FFF2-40B4-BE49-F238E27FC236}">
                <a16:creationId xmlns:a16="http://schemas.microsoft.com/office/drawing/2014/main" id="{631F0337-830E-6995-D6A9-A288DB96FE2A}"/>
              </a:ext>
            </a:extLst>
          </p:cNvPr>
          <p:cNvSpPr/>
          <p:nvPr/>
        </p:nvSpPr>
        <p:spPr>
          <a:xfrm>
            <a:off x="6781800" y="3625007"/>
            <a:ext cx="541020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Accessibilité des informations clés</a:t>
            </a:r>
            <a:endParaRPr lang="en-US" sz="1350" dirty="0"/>
          </a:p>
        </p:txBody>
      </p:sp>
      <p:sp>
        <p:nvSpPr>
          <p:cNvPr id="64" name="SK-7-text-33">
            <a:extLst>
              <a:ext uri="{FF2B5EF4-FFF2-40B4-BE49-F238E27FC236}">
                <a16:creationId xmlns:a16="http://schemas.microsoft.com/office/drawing/2014/main" id="{9D0ACED6-EADB-2F10-7C23-0D91AE08B216}"/>
              </a:ext>
            </a:extLst>
          </p:cNvPr>
          <p:cNvSpPr/>
          <p:nvPr/>
        </p:nvSpPr>
        <p:spPr>
          <a:xfrm>
            <a:off x="990600" y="4752975"/>
            <a:ext cx="10287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7A8C78"/>
                </a:solidFill>
              </a:rPr>
              <a:t>PROCESSUS DE CONCEPTION</a:t>
            </a:r>
            <a:endParaRPr lang="en-US" sz="1050" dirty="0"/>
          </a:p>
        </p:txBody>
      </p:sp>
      <p:sp>
        <p:nvSpPr>
          <p:cNvPr id="66" name="SK-7-text-34">
            <a:extLst>
              <a:ext uri="{FF2B5EF4-FFF2-40B4-BE49-F238E27FC236}">
                <a16:creationId xmlns:a16="http://schemas.microsoft.com/office/drawing/2014/main" id="{71BA2868-BFB0-6A0F-D85C-A4D13D84C98C}"/>
              </a:ext>
            </a:extLst>
          </p:cNvPr>
          <p:cNvSpPr/>
          <p:nvPr/>
        </p:nvSpPr>
        <p:spPr>
          <a:xfrm>
            <a:off x="1906191" y="5076825"/>
            <a:ext cx="5429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50" dirty="0"/>
          </a:p>
        </p:txBody>
      </p:sp>
      <p:sp>
        <p:nvSpPr>
          <p:cNvPr id="68" name="SK-7-text-35">
            <a:extLst>
              <a:ext uri="{FF2B5EF4-FFF2-40B4-BE49-F238E27FC236}">
                <a16:creationId xmlns:a16="http://schemas.microsoft.com/office/drawing/2014/main" id="{5DAA428B-74A0-8A7D-0052-0D2883F43D53}"/>
              </a:ext>
            </a:extLst>
          </p:cNvPr>
          <p:cNvSpPr/>
          <p:nvPr/>
        </p:nvSpPr>
        <p:spPr>
          <a:xfrm>
            <a:off x="1825228" y="5629275"/>
            <a:ext cx="704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Besoins</a:t>
            </a:r>
            <a:endParaRPr lang="en-US" sz="1200" dirty="0"/>
          </a:p>
        </p:txBody>
      </p:sp>
      <p:sp>
        <p:nvSpPr>
          <p:cNvPr id="70" name="SK-7-text-36">
            <a:extLst>
              <a:ext uri="{FF2B5EF4-FFF2-40B4-BE49-F238E27FC236}">
                <a16:creationId xmlns:a16="http://schemas.microsoft.com/office/drawing/2014/main" id="{FDDBB2AD-95F1-E24F-22D4-1A163EDDA018}"/>
              </a:ext>
            </a:extLst>
          </p:cNvPr>
          <p:cNvSpPr/>
          <p:nvPr/>
        </p:nvSpPr>
        <p:spPr>
          <a:xfrm>
            <a:off x="4518422" y="5076825"/>
            <a:ext cx="5429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</p:txBody>
      </p:sp>
      <p:sp>
        <p:nvSpPr>
          <p:cNvPr id="72" name="SK-7-text-37">
            <a:extLst>
              <a:ext uri="{FF2B5EF4-FFF2-40B4-BE49-F238E27FC236}">
                <a16:creationId xmlns:a16="http://schemas.microsoft.com/office/drawing/2014/main" id="{6F2C50BD-A399-3CEA-058A-2A778415CC98}"/>
              </a:ext>
            </a:extLst>
          </p:cNvPr>
          <p:cNvSpPr/>
          <p:nvPr/>
        </p:nvSpPr>
        <p:spPr>
          <a:xfrm>
            <a:off x="4432697" y="5629275"/>
            <a:ext cx="7143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Analyse</a:t>
            </a:r>
            <a:endParaRPr lang="en-US" sz="1200" dirty="0"/>
          </a:p>
        </p:txBody>
      </p:sp>
      <p:sp>
        <p:nvSpPr>
          <p:cNvPr id="74" name="SK-7-text-38">
            <a:extLst>
              <a:ext uri="{FF2B5EF4-FFF2-40B4-BE49-F238E27FC236}">
                <a16:creationId xmlns:a16="http://schemas.microsoft.com/office/drawing/2014/main" id="{DC0B999D-1468-D837-4602-25845853B733}"/>
              </a:ext>
            </a:extLst>
          </p:cNvPr>
          <p:cNvSpPr/>
          <p:nvPr/>
        </p:nvSpPr>
        <p:spPr>
          <a:xfrm>
            <a:off x="7130653" y="5076825"/>
            <a:ext cx="5429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</p:txBody>
      </p:sp>
      <p:sp>
        <p:nvSpPr>
          <p:cNvPr id="76" name="SK-7-text-39">
            <a:extLst>
              <a:ext uri="{FF2B5EF4-FFF2-40B4-BE49-F238E27FC236}">
                <a16:creationId xmlns:a16="http://schemas.microsoft.com/office/drawing/2014/main" id="{81B31CC4-219A-1855-E82E-E4DC2F2FD291}"/>
              </a:ext>
            </a:extLst>
          </p:cNvPr>
          <p:cNvSpPr/>
          <p:nvPr/>
        </p:nvSpPr>
        <p:spPr>
          <a:xfrm>
            <a:off x="6892528" y="5629275"/>
            <a:ext cx="10191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Wireframes</a:t>
            </a:r>
            <a:endParaRPr lang="en-US" sz="1200" dirty="0"/>
          </a:p>
        </p:txBody>
      </p:sp>
      <p:sp>
        <p:nvSpPr>
          <p:cNvPr id="78" name="SK-7-text-40">
            <a:extLst>
              <a:ext uri="{FF2B5EF4-FFF2-40B4-BE49-F238E27FC236}">
                <a16:creationId xmlns:a16="http://schemas.microsoft.com/office/drawing/2014/main" id="{014B52D7-60A1-DF70-40D6-89A5352B0AA5}"/>
              </a:ext>
            </a:extLst>
          </p:cNvPr>
          <p:cNvSpPr/>
          <p:nvPr/>
        </p:nvSpPr>
        <p:spPr>
          <a:xfrm>
            <a:off x="9742884" y="5076825"/>
            <a:ext cx="5429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50" dirty="0"/>
          </a:p>
        </p:txBody>
      </p:sp>
      <p:sp>
        <p:nvSpPr>
          <p:cNvPr id="80" name="SK-7-text-41">
            <a:extLst>
              <a:ext uri="{FF2B5EF4-FFF2-40B4-BE49-F238E27FC236}">
                <a16:creationId xmlns:a16="http://schemas.microsoft.com/office/drawing/2014/main" id="{8EF1CF89-CF8A-14F0-1BB5-B5186E96349A}"/>
              </a:ext>
            </a:extLst>
          </p:cNvPr>
          <p:cNvSpPr/>
          <p:nvPr/>
        </p:nvSpPr>
        <p:spPr>
          <a:xfrm>
            <a:off x="9357122" y="5629275"/>
            <a:ext cx="1314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Fonctionnalités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12097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94428E-E688-33B3-DBD4-8E2D9EB4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AA2E5D9-6AA6-9A68-067A-682D82FD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FC47F7-D315-7E62-51B4-4A8053589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8</a:t>
            </a:fld>
            <a:endParaRPr lang="fr-FR"/>
          </a:p>
        </p:txBody>
      </p:sp>
      <p:pic>
        <p:nvPicPr>
          <p:cNvPr id="6" name="SK-8-img-3" descr="preencoded.png">
            <a:extLst>
              <a:ext uri="{FF2B5EF4-FFF2-40B4-BE49-F238E27FC236}">
                <a16:creationId xmlns:a16="http://schemas.microsoft.com/office/drawing/2014/main" id="{CA5334B7-6172-6315-B5EF-0192F0BAE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8-img-4" descr="preencoded.png">
            <a:extLst>
              <a:ext uri="{FF2B5EF4-FFF2-40B4-BE49-F238E27FC236}">
                <a16:creationId xmlns:a16="http://schemas.microsoft.com/office/drawing/2014/main" id="{AB776464-EE3A-13CD-BA05-64C385662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1496"/>
            <a:ext cx="2087761" cy="657225"/>
          </a:xfrm>
          <a:prstGeom prst="rect">
            <a:avLst/>
          </a:prstGeom>
        </p:spPr>
      </p:pic>
      <p:pic>
        <p:nvPicPr>
          <p:cNvPr id="10" name="SK-8-img-5" descr="preencoded.png">
            <a:extLst>
              <a:ext uri="{FF2B5EF4-FFF2-40B4-BE49-F238E27FC236}">
                <a16:creationId xmlns:a16="http://schemas.microsoft.com/office/drawing/2014/main" id="{DDFF8A3C-FED6-D708-D67D-31AAEC611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130" y="1365796"/>
            <a:ext cx="190500" cy="152400"/>
          </a:xfrm>
          <a:prstGeom prst="rect">
            <a:avLst/>
          </a:prstGeom>
        </p:spPr>
      </p:pic>
      <p:pic>
        <p:nvPicPr>
          <p:cNvPr id="12" name="SK-8-img-6" descr="preencoded.png">
            <a:extLst>
              <a:ext uri="{FF2B5EF4-FFF2-40B4-BE49-F238E27FC236}">
                <a16:creationId xmlns:a16="http://schemas.microsoft.com/office/drawing/2014/main" id="{7FC1AB2A-E8A1-7C67-897A-245F18EB8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661" y="1251496"/>
            <a:ext cx="2087910" cy="657225"/>
          </a:xfrm>
          <a:prstGeom prst="rect">
            <a:avLst/>
          </a:prstGeom>
        </p:spPr>
      </p:pic>
      <p:pic>
        <p:nvPicPr>
          <p:cNvPr id="14" name="SK-8-img-7" descr="preencoded.png">
            <a:extLst>
              <a:ext uri="{FF2B5EF4-FFF2-40B4-BE49-F238E27FC236}">
                <a16:creationId xmlns:a16="http://schemas.microsoft.com/office/drawing/2014/main" id="{87FECD49-0D4F-FAA6-B883-FDCA8D6B4A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291" y="1365796"/>
            <a:ext cx="190500" cy="152400"/>
          </a:xfrm>
          <a:prstGeom prst="rect">
            <a:avLst/>
          </a:prstGeom>
        </p:spPr>
      </p:pic>
      <p:pic>
        <p:nvPicPr>
          <p:cNvPr id="16" name="SK-8-img-8" descr="preencoded.png">
            <a:extLst>
              <a:ext uri="{FF2B5EF4-FFF2-40B4-BE49-F238E27FC236}">
                <a16:creationId xmlns:a16="http://schemas.microsoft.com/office/drawing/2014/main" id="{01045C38-2AE8-99D4-9302-E3B62511C2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1971" y="1251496"/>
            <a:ext cx="2087910" cy="657225"/>
          </a:xfrm>
          <a:prstGeom prst="rect">
            <a:avLst/>
          </a:prstGeom>
        </p:spPr>
      </p:pic>
      <p:pic>
        <p:nvPicPr>
          <p:cNvPr id="18" name="SK-8-img-9" descr="preencoded.png">
            <a:extLst>
              <a:ext uri="{FF2B5EF4-FFF2-40B4-BE49-F238E27FC236}">
                <a16:creationId xmlns:a16="http://schemas.microsoft.com/office/drawing/2014/main" id="{81D291EF-D2D2-9726-2995-04B1729867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601" y="1365796"/>
            <a:ext cx="190500" cy="152400"/>
          </a:xfrm>
          <a:prstGeom prst="rect">
            <a:avLst/>
          </a:prstGeom>
        </p:spPr>
      </p:pic>
      <p:pic>
        <p:nvPicPr>
          <p:cNvPr id="20" name="SK-8-img-10" descr="preencoded.png">
            <a:extLst>
              <a:ext uri="{FF2B5EF4-FFF2-40B4-BE49-F238E27FC236}">
                <a16:creationId xmlns:a16="http://schemas.microsoft.com/office/drawing/2014/main" id="{5E148C4C-DD27-9B39-5441-A8708E502A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2280" y="1251496"/>
            <a:ext cx="2087910" cy="657225"/>
          </a:xfrm>
          <a:prstGeom prst="rect">
            <a:avLst/>
          </a:prstGeom>
        </p:spPr>
      </p:pic>
      <p:pic>
        <p:nvPicPr>
          <p:cNvPr id="22" name="SK-8-img-11" descr="preencoded.png">
            <a:extLst>
              <a:ext uri="{FF2B5EF4-FFF2-40B4-BE49-F238E27FC236}">
                <a16:creationId xmlns:a16="http://schemas.microsoft.com/office/drawing/2014/main" id="{AFD94720-69C6-8D77-7FB4-A45D289AD6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0911" y="1365796"/>
            <a:ext cx="190500" cy="152400"/>
          </a:xfrm>
          <a:prstGeom prst="rect">
            <a:avLst/>
          </a:prstGeom>
        </p:spPr>
      </p:pic>
      <p:pic>
        <p:nvPicPr>
          <p:cNvPr id="24" name="SK-8-img-12" descr="preencoded.png">
            <a:extLst>
              <a:ext uri="{FF2B5EF4-FFF2-40B4-BE49-F238E27FC236}">
                <a16:creationId xmlns:a16="http://schemas.microsoft.com/office/drawing/2014/main" id="{FBAA9B88-F4D8-92CC-0DDE-7E55F57B9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590" y="1251496"/>
            <a:ext cx="2087761" cy="657225"/>
          </a:xfrm>
          <a:prstGeom prst="rect">
            <a:avLst/>
          </a:prstGeom>
        </p:spPr>
      </p:pic>
      <p:pic>
        <p:nvPicPr>
          <p:cNvPr id="26" name="SK-8-img-13" descr="preencoded.png">
            <a:extLst>
              <a:ext uri="{FF2B5EF4-FFF2-40B4-BE49-F238E27FC236}">
                <a16:creationId xmlns:a16="http://schemas.microsoft.com/office/drawing/2014/main" id="{8ACB342C-6966-BD41-9F38-D78170F84B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81221" y="1365796"/>
            <a:ext cx="190500" cy="152400"/>
          </a:xfrm>
          <a:prstGeom prst="rect">
            <a:avLst/>
          </a:prstGeom>
        </p:spPr>
      </p:pic>
      <p:pic>
        <p:nvPicPr>
          <p:cNvPr id="28" name="SK-8-img-14" descr="preencoded.png">
            <a:extLst>
              <a:ext uri="{FF2B5EF4-FFF2-40B4-BE49-F238E27FC236}">
                <a16:creationId xmlns:a16="http://schemas.microsoft.com/office/drawing/2014/main" id="{43FBEB85-1CB1-D23A-F3E3-8A637312C4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261146"/>
            <a:ext cx="238125" cy="190500"/>
          </a:xfrm>
          <a:prstGeom prst="rect">
            <a:avLst/>
          </a:prstGeom>
        </p:spPr>
      </p:pic>
      <p:pic>
        <p:nvPicPr>
          <p:cNvPr id="30" name="SK-8-img-15" descr="preencoded.png">
            <a:extLst>
              <a:ext uri="{FF2B5EF4-FFF2-40B4-BE49-F238E27FC236}">
                <a16:creationId xmlns:a16="http://schemas.microsoft.com/office/drawing/2014/main" id="{7CF9E01F-8FB6-F2D6-8BB4-CDAB40E7665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613571"/>
            <a:ext cx="3901759" cy="3587204"/>
          </a:xfrm>
          <a:prstGeom prst="rect">
            <a:avLst/>
          </a:prstGeom>
        </p:spPr>
      </p:pic>
      <p:pic>
        <p:nvPicPr>
          <p:cNvPr id="34" name="SK-8-img-17" descr="preencoded.png">
            <a:extLst>
              <a:ext uri="{FF2B5EF4-FFF2-40B4-BE49-F238E27FC236}">
                <a16:creationId xmlns:a16="http://schemas.microsoft.com/office/drawing/2014/main" id="{781CBA88-3905-7385-625D-7539EF8DC1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2391" y="2320166"/>
            <a:ext cx="238125" cy="190500"/>
          </a:xfrm>
          <a:prstGeom prst="rect">
            <a:avLst/>
          </a:prstGeom>
        </p:spPr>
      </p:pic>
      <p:pic>
        <p:nvPicPr>
          <p:cNvPr id="36" name="SK-8-img-18" descr="preencoded.png">
            <a:extLst>
              <a:ext uri="{FF2B5EF4-FFF2-40B4-BE49-F238E27FC236}">
                <a16:creationId xmlns:a16="http://schemas.microsoft.com/office/drawing/2014/main" id="{5E01336D-D0B4-4E29-5BC7-AAA80263F3F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4400" y="2613571"/>
            <a:ext cx="6896100" cy="3587204"/>
          </a:xfrm>
          <a:prstGeom prst="rect">
            <a:avLst/>
          </a:prstGeom>
        </p:spPr>
      </p:pic>
      <p:sp>
        <p:nvSpPr>
          <p:cNvPr id="44" name="SK-8-text-23">
            <a:extLst>
              <a:ext uri="{FF2B5EF4-FFF2-40B4-BE49-F238E27FC236}">
                <a16:creationId xmlns:a16="http://schemas.microsoft.com/office/drawing/2014/main" id="{2ECD5899-EEE9-4DC6-BBD9-CF04E0B6B9BA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46" name="SK-8-text-24">
            <a:extLst>
              <a:ext uri="{FF2B5EF4-FFF2-40B4-BE49-F238E27FC236}">
                <a16:creationId xmlns:a16="http://schemas.microsoft.com/office/drawing/2014/main" id="{812307AF-84C5-3C85-1144-1969CFFEE6C3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Wireframes et conception des interfaces — CP2</a:t>
            </a:r>
            <a:endParaRPr lang="en-US" sz="2400" dirty="0"/>
          </a:p>
        </p:txBody>
      </p:sp>
      <p:sp>
        <p:nvSpPr>
          <p:cNvPr id="48" name="SK-8-text-25">
            <a:extLst>
              <a:ext uri="{FF2B5EF4-FFF2-40B4-BE49-F238E27FC236}">
                <a16:creationId xmlns:a16="http://schemas.microsoft.com/office/drawing/2014/main" id="{B7563E57-9547-1BD6-7918-4C3FE6BB6570}"/>
              </a:ext>
            </a:extLst>
          </p:cNvPr>
          <p:cNvSpPr/>
          <p:nvPr/>
        </p:nvSpPr>
        <p:spPr>
          <a:xfrm>
            <a:off x="1434405" y="1594396"/>
            <a:ext cx="3619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IDÉE</a:t>
            </a:r>
            <a:endParaRPr lang="en-US" sz="1050" dirty="0"/>
          </a:p>
        </p:txBody>
      </p:sp>
      <p:sp>
        <p:nvSpPr>
          <p:cNvPr id="50" name="SK-8-text-26">
            <a:extLst>
              <a:ext uri="{FF2B5EF4-FFF2-40B4-BE49-F238E27FC236}">
                <a16:creationId xmlns:a16="http://schemas.microsoft.com/office/drawing/2014/main" id="{7A47EB0D-59D3-F7CD-2DEE-172C70958E87}"/>
              </a:ext>
            </a:extLst>
          </p:cNvPr>
          <p:cNvSpPr/>
          <p:nvPr/>
        </p:nvSpPr>
        <p:spPr>
          <a:xfrm>
            <a:off x="3422154" y="1594396"/>
            <a:ext cx="8667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WIREFRAME</a:t>
            </a:r>
            <a:endParaRPr lang="en-US" sz="1050" dirty="0"/>
          </a:p>
        </p:txBody>
      </p:sp>
      <p:sp>
        <p:nvSpPr>
          <p:cNvPr id="52" name="SK-8-text-27">
            <a:extLst>
              <a:ext uri="{FF2B5EF4-FFF2-40B4-BE49-F238E27FC236}">
                <a16:creationId xmlns:a16="http://schemas.microsoft.com/office/drawing/2014/main" id="{74B7FAEE-5820-2485-541F-1BF6F0B55AAA}"/>
              </a:ext>
            </a:extLst>
          </p:cNvPr>
          <p:cNvSpPr/>
          <p:nvPr/>
        </p:nvSpPr>
        <p:spPr>
          <a:xfrm>
            <a:off x="5657701" y="1594396"/>
            <a:ext cx="8763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54" name="SK-8-text-28">
            <a:extLst>
              <a:ext uri="{FF2B5EF4-FFF2-40B4-BE49-F238E27FC236}">
                <a16:creationId xmlns:a16="http://schemas.microsoft.com/office/drawing/2014/main" id="{A1E5D120-0E7D-B819-A8D3-582030012164}"/>
              </a:ext>
            </a:extLst>
          </p:cNvPr>
          <p:cNvSpPr/>
          <p:nvPr/>
        </p:nvSpPr>
        <p:spPr>
          <a:xfrm>
            <a:off x="7717036" y="1594396"/>
            <a:ext cx="12382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</a:t>
            </a:r>
            <a:endParaRPr lang="en-US" sz="1050" dirty="0"/>
          </a:p>
        </p:txBody>
      </p:sp>
      <p:sp>
        <p:nvSpPr>
          <p:cNvPr id="56" name="SK-8-text-29">
            <a:extLst>
              <a:ext uri="{FF2B5EF4-FFF2-40B4-BE49-F238E27FC236}">
                <a16:creationId xmlns:a16="http://schemas.microsoft.com/office/drawing/2014/main" id="{5E2F84A2-1016-6C7D-93B4-4C08342ACA95}"/>
              </a:ext>
            </a:extLst>
          </p:cNvPr>
          <p:cNvSpPr/>
          <p:nvPr/>
        </p:nvSpPr>
        <p:spPr>
          <a:xfrm>
            <a:off x="9928771" y="1594396"/>
            <a:ext cx="12954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FINALE</a:t>
            </a:r>
            <a:endParaRPr lang="en-US" sz="1050" dirty="0"/>
          </a:p>
        </p:txBody>
      </p:sp>
      <p:sp>
        <p:nvSpPr>
          <p:cNvPr id="58" name="SK-8-text-30">
            <a:extLst>
              <a:ext uri="{FF2B5EF4-FFF2-40B4-BE49-F238E27FC236}">
                <a16:creationId xmlns:a16="http://schemas.microsoft.com/office/drawing/2014/main" id="{2B1937AF-D6CE-53D9-178F-A4B0781D7F80}"/>
              </a:ext>
            </a:extLst>
          </p:cNvPr>
          <p:cNvSpPr/>
          <p:nvPr/>
        </p:nvSpPr>
        <p:spPr>
          <a:xfrm>
            <a:off x="923925" y="2213521"/>
            <a:ext cx="53721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5D48"/>
                </a:solidFill>
              </a:rPr>
              <a:t>Wireframe Initial</a:t>
            </a:r>
            <a:endParaRPr lang="en-US" sz="1500" dirty="0"/>
          </a:p>
        </p:txBody>
      </p:sp>
      <p:sp>
        <p:nvSpPr>
          <p:cNvPr id="62" name="SK-8-text-32">
            <a:extLst>
              <a:ext uri="{FF2B5EF4-FFF2-40B4-BE49-F238E27FC236}">
                <a16:creationId xmlns:a16="http://schemas.microsoft.com/office/drawing/2014/main" id="{D64FA2F7-A438-5611-90FD-E9C416C607CD}"/>
              </a:ext>
            </a:extLst>
          </p:cNvPr>
          <p:cNvSpPr/>
          <p:nvPr/>
        </p:nvSpPr>
        <p:spPr>
          <a:xfrm>
            <a:off x="5144816" y="2272541"/>
            <a:ext cx="53721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5D48"/>
                </a:solidFill>
              </a:rPr>
              <a:t>Interface Finale</a:t>
            </a:r>
            <a:endParaRPr lang="en-US" sz="1500" dirty="0"/>
          </a:p>
        </p:txBody>
      </p:sp>
      <p:pic>
        <p:nvPicPr>
          <p:cNvPr id="67" name="Image 66">
            <a:extLst>
              <a:ext uri="{FF2B5EF4-FFF2-40B4-BE49-F238E27FC236}">
                <a16:creationId xmlns:a16="http://schemas.microsoft.com/office/drawing/2014/main" id="{9AFA25C2-EC73-AA2B-7446-6EB3B4D093E9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51029" t="22471" r="7649" b="31705"/>
          <a:stretch>
            <a:fillRect/>
          </a:stretch>
        </p:blipFill>
        <p:spPr>
          <a:xfrm>
            <a:off x="908268" y="2827883"/>
            <a:ext cx="3116500" cy="3158579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043AB0EF-31EE-23E1-527A-B0B4911EAF2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99571" y="3043671"/>
            <a:ext cx="6469993" cy="2929503"/>
          </a:xfrm>
          <a:prstGeom prst="rect">
            <a:avLst/>
          </a:prstGeom>
        </p:spPr>
      </p:pic>
      <p:pic>
        <p:nvPicPr>
          <p:cNvPr id="27" name="SK-8-img-15" descr="preencoded.png">
            <a:extLst>
              <a:ext uri="{FF2B5EF4-FFF2-40B4-BE49-F238E27FC236}">
                <a16:creationId xmlns:a16="http://schemas.microsoft.com/office/drawing/2014/main" id="{37A90ED8-C75F-D83B-C457-722F47F68C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612753"/>
            <a:ext cx="3901759" cy="3587204"/>
          </a:xfrm>
          <a:prstGeom prst="rect">
            <a:avLst/>
          </a:prstGeom>
        </p:spPr>
      </p:pic>
      <p:pic>
        <p:nvPicPr>
          <p:cNvPr id="31" name="SK-8-img-18" descr="preencoded.png">
            <a:extLst>
              <a:ext uri="{FF2B5EF4-FFF2-40B4-BE49-F238E27FC236}">
                <a16:creationId xmlns:a16="http://schemas.microsoft.com/office/drawing/2014/main" id="{3FA0656A-D321-6360-7CE7-CDC97F7D353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44653" y="2587028"/>
            <a:ext cx="6896100" cy="358720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78FEF8B-0B97-B7A4-8E0E-A0ED2A29902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642" t="49109" r="53692" b="3219"/>
          <a:stretch>
            <a:fillRect/>
          </a:stretch>
        </p:blipFill>
        <p:spPr>
          <a:xfrm>
            <a:off x="1000240" y="2827883"/>
            <a:ext cx="3093139" cy="315857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205F457-4BCF-CF38-2E51-B4B42BD1D46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58978" y="2896524"/>
            <a:ext cx="6409995" cy="3058678"/>
          </a:xfrm>
          <a:prstGeom prst="rect">
            <a:avLst/>
          </a:prstGeom>
        </p:spPr>
      </p:pic>
      <p:pic>
        <p:nvPicPr>
          <p:cNvPr id="32" name="SK-8-img-15" descr="preencoded.png">
            <a:extLst>
              <a:ext uri="{FF2B5EF4-FFF2-40B4-BE49-F238E27FC236}">
                <a16:creationId xmlns:a16="http://schemas.microsoft.com/office/drawing/2014/main" id="{82821A8A-09C7-4D40-9F79-A7FE5786D4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817" y="2612753"/>
            <a:ext cx="3901759" cy="3587204"/>
          </a:xfrm>
          <a:prstGeom prst="rect">
            <a:avLst/>
          </a:prstGeom>
        </p:spPr>
      </p:pic>
      <p:pic>
        <p:nvPicPr>
          <p:cNvPr id="33" name="SK-8-img-18" descr="preencoded.png">
            <a:extLst>
              <a:ext uri="{FF2B5EF4-FFF2-40B4-BE49-F238E27FC236}">
                <a16:creationId xmlns:a16="http://schemas.microsoft.com/office/drawing/2014/main" id="{1AD8924B-CCAE-072D-2880-29E8CAAF04B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38083" y="2605916"/>
            <a:ext cx="6896100" cy="358720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05A5238-E292-F7CA-2F8D-32EA19F8E26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985" r="53349" b="52329"/>
          <a:stretch>
            <a:fillRect/>
          </a:stretch>
        </p:blipFill>
        <p:spPr>
          <a:xfrm>
            <a:off x="1017906" y="2804071"/>
            <a:ext cx="3161780" cy="322867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24FB5B8-AF5D-C72C-34B5-FF7AD8B7F9FD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r="2059" b="12590"/>
          <a:stretch>
            <a:fillRect/>
          </a:stretch>
        </p:blipFill>
        <p:spPr>
          <a:xfrm>
            <a:off x="5005914" y="3387611"/>
            <a:ext cx="6469993" cy="192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1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24DB48F-CCDE-00C6-D8B3-5B4B34077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14A2A86-9809-92FE-E211-F76830DDE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86EA19-6788-0866-5856-28B565E3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9</a:t>
            </a:fld>
            <a:endParaRPr lang="fr-FR"/>
          </a:p>
        </p:txBody>
      </p:sp>
      <p:pic>
        <p:nvPicPr>
          <p:cNvPr id="6" name="SK-9-img-3" descr="preencoded.png">
            <a:extLst>
              <a:ext uri="{FF2B5EF4-FFF2-40B4-BE49-F238E27FC236}">
                <a16:creationId xmlns:a16="http://schemas.microsoft.com/office/drawing/2014/main" id="{C3853259-90E6-B549-C387-D5A44423D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0206"/>
            <a:ext cx="11049000" cy="626170"/>
          </a:xfrm>
          <a:prstGeom prst="rect">
            <a:avLst/>
          </a:prstGeom>
        </p:spPr>
      </p:pic>
      <p:pic>
        <p:nvPicPr>
          <p:cNvPr id="8" name="SK-9-img-4" descr="preencoded.png">
            <a:extLst>
              <a:ext uri="{FF2B5EF4-FFF2-40B4-BE49-F238E27FC236}">
                <a16:creationId xmlns:a16="http://schemas.microsoft.com/office/drawing/2014/main" id="{1ECDCE39-18BA-97F4-93E0-087C52865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41" y="2033712"/>
            <a:ext cx="6870187" cy="3211118"/>
          </a:xfrm>
          <a:prstGeom prst="rect">
            <a:avLst/>
          </a:prstGeom>
        </p:spPr>
      </p:pic>
      <p:pic>
        <p:nvPicPr>
          <p:cNvPr id="12" name="SK-9-img-6" descr="preencoded.png">
            <a:extLst>
              <a:ext uri="{FF2B5EF4-FFF2-40B4-BE49-F238E27FC236}">
                <a16:creationId xmlns:a16="http://schemas.microsoft.com/office/drawing/2014/main" id="{D6E98EB9-96E0-3D41-5597-FE6CFB135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82" y="1177279"/>
            <a:ext cx="2448397" cy="344988"/>
          </a:xfrm>
          <a:prstGeom prst="rect">
            <a:avLst/>
          </a:prstGeom>
        </p:spPr>
      </p:pic>
      <p:pic>
        <p:nvPicPr>
          <p:cNvPr id="14" name="SK-9-img-7" descr="preencoded.png">
            <a:extLst>
              <a:ext uri="{FF2B5EF4-FFF2-40B4-BE49-F238E27FC236}">
                <a16:creationId xmlns:a16="http://schemas.microsoft.com/office/drawing/2014/main" id="{0A1AFF8C-C557-B886-E432-145988A9C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631" y="1295893"/>
            <a:ext cx="173174" cy="162351"/>
          </a:xfrm>
          <a:prstGeom prst="rect">
            <a:avLst/>
          </a:prstGeom>
        </p:spPr>
      </p:pic>
      <p:pic>
        <p:nvPicPr>
          <p:cNvPr id="16" name="SK-9-img-8" descr="preencoded.png">
            <a:extLst>
              <a:ext uri="{FF2B5EF4-FFF2-40B4-BE49-F238E27FC236}">
                <a16:creationId xmlns:a16="http://schemas.microsoft.com/office/drawing/2014/main" id="{113CF9C7-EF54-926E-2289-78351CB22C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8559" y="1177279"/>
            <a:ext cx="2448517" cy="344987"/>
          </a:xfrm>
          <a:prstGeom prst="rect">
            <a:avLst/>
          </a:prstGeom>
        </p:spPr>
      </p:pic>
      <p:pic>
        <p:nvPicPr>
          <p:cNvPr id="18" name="SK-9-img-9" descr="preencoded.png">
            <a:extLst>
              <a:ext uri="{FF2B5EF4-FFF2-40B4-BE49-F238E27FC236}">
                <a16:creationId xmlns:a16="http://schemas.microsoft.com/office/drawing/2014/main" id="{116642FB-193E-7934-BF0E-C23DB289BB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1909" y="1295893"/>
            <a:ext cx="173174" cy="162351"/>
          </a:xfrm>
          <a:prstGeom prst="rect">
            <a:avLst/>
          </a:prstGeom>
        </p:spPr>
      </p:pic>
      <p:pic>
        <p:nvPicPr>
          <p:cNvPr id="20" name="SK-9-img-10" descr="preencoded.png">
            <a:extLst>
              <a:ext uri="{FF2B5EF4-FFF2-40B4-BE49-F238E27FC236}">
                <a16:creationId xmlns:a16="http://schemas.microsoft.com/office/drawing/2014/main" id="{701FC7A7-9861-6B91-203E-069EED66CC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6361" y="1180501"/>
            <a:ext cx="2448397" cy="344988"/>
          </a:xfrm>
          <a:prstGeom prst="rect">
            <a:avLst/>
          </a:prstGeom>
        </p:spPr>
      </p:pic>
      <p:pic>
        <p:nvPicPr>
          <p:cNvPr id="22" name="SK-9-img-11" descr="preencoded.png">
            <a:extLst>
              <a:ext uri="{FF2B5EF4-FFF2-40B4-BE49-F238E27FC236}">
                <a16:creationId xmlns:a16="http://schemas.microsoft.com/office/drawing/2014/main" id="{ECCF5EB8-284D-2B5F-ACA6-DCE4892D8E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710" y="1299115"/>
            <a:ext cx="173174" cy="162351"/>
          </a:xfrm>
          <a:prstGeom prst="rect">
            <a:avLst/>
          </a:prstGeom>
        </p:spPr>
      </p:pic>
      <p:pic>
        <p:nvPicPr>
          <p:cNvPr id="24" name="SK-9-img-12" descr="preencoded.png">
            <a:extLst>
              <a:ext uri="{FF2B5EF4-FFF2-40B4-BE49-F238E27FC236}">
                <a16:creationId xmlns:a16="http://schemas.microsoft.com/office/drawing/2014/main" id="{D1137442-1FF1-8D64-1317-70B4CFA2ED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3639" y="1180501"/>
            <a:ext cx="2448524" cy="344988"/>
          </a:xfrm>
          <a:prstGeom prst="rect">
            <a:avLst/>
          </a:prstGeom>
        </p:spPr>
      </p:pic>
      <p:pic>
        <p:nvPicPr>
          <p:cNvPr id="26" name="SK-9-img-13" descr="preencoded.png">
            <a:extLst>
              <a:ext uri="{FF2B5EF4-FFF2-40B4-BE49-F238E27FC236}">
                <a16:creationId xmlns:a16="http://schemas.microsoft.com/office/drawing/2014/main" id="{2FCD922B-D4F5-CB3C-F71E-5897E1471D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6988" y="1299115"/>
            <a:ext cx="173174" cy="162351"/>
          </a:xfrm>
          <a:prstGeom prst="rect">
            <a:avLst/>
          </a:prstGeom>
        </p:spPr>
      </p:pic>
      <p:pic>
        <p:nvPicPr>
          <p:cNvPr id="28" name="SK-9-img-14" descr="preencoded.png">
            <a:extLst>
              <a:ext uri="{FF2B5EF4-FFF2-40B4-BE49-F238E27FC236}">
                <a16:creationId xmlns:a16="http://schemas.microsoft.com/office/drawing/2014/main" id="{5D54574A-9DF2-C9D4-D7D1-109752F9A7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697" y="5454272"/>
            <a:ext cx="2499693" cy="652463"/>
          </a:xfrm>
          <a:prstGeom prst="rect">
            <a:avLst/>
          </a:prstGeom>
        </p:spPr>
      </p:pic>
      <p:pic>
        <p:nvPicPr>
          <p:cNvPr id="30" name="SK-9-img-15" descr="preencoded.png">
            <a:extLst>
              <a:ext uri="{FF2B5EF4-FFF2-40B4-BE49-F238E27FC236}">
                <a16:creationId xmlns:a16="http://schemas.microsoft.com/office/drawing/2014/main" id="{D6C7B735-0E5D-3379-1CBA-19320F5606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097" y="5590003"/>
            <a:ext cx="381000" cy="381000"/>
          </a:xfrm>
          <a:prstGeom prst="rect">
            <a:avLst/>
          </a:prstGeom>
        </p:spPr>
      </p:pic>
      <p:pic>
        <p:nvPicPr>
          <p:cNvPr id="32" name="SK-9-img-16" descr="preencoded.png">
            <a:extLst>
              <a:ext uri="{FF2B5EF4-FFF2-40B4-BE49-F238E27FC236}">
                <a16:creationId xmlns:a16="http://schemas.microsoft.com/office/drawing/2014/main" id="{F4F98FE9-8C6B-AC68-44CF-CBD0E2F11C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8441" y="5692843"/>
            <a:ext cx="214313" cy="175320"/>
          </a:xfrm>
          <a:prstGeom prst="rect">
            <a:avLst/>
          </a:prstGeom>
        </p:spPr>
      </p:pic>
      <p:pic>
        <p:nvPicPr>
          <p:cNvPr id="34" name="SK-9-img-17" descr="preencoded.png">
            <a:extLst>
              <a:ext uri="{FF2B5EF4-FFF2-40B4-BE49-F238E27FC236}">
                <a16:creationId xmlns:a16="http://schemas.microsoft.com/office/drawing/2014/main" id="{58AF5C98-D276-12D7-5CDA-0EFF9AB18CA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83420" y="5454272"/>
            <a:ext cx="2722432" cy="652463"/>
          </a:xfrm>
          <a:prstGeom prst="rect">
            <a:avLst/>
          </a:prstGeom>
        </p:spPr>
      </p:pic>
      <p:pic>
        <p:nvPicPr>
          <p:cNvPr id="36" name="SK-9-img-18" descr="preencoded.png">
            <a:extLst>
              <a:ext uri="{FF2B5EF4-FFF2-40B4-BE49-F238E27FC236}">
                <a16:creationId xmlns:a16="http://schemas.microsoft.com/office/drawing/2014/main" id="{C1A51888-EC78-41FD-D41D-8F15FEDA32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35819" y="5590003"/>
            <a:ext cx="381000" cy="381000"/>
          </a:xfrm>
          <a:prstGeom prst="rect">
            <a:avLst/>
          </a:prstGeom>
        </p:spPr>
      </p:pic>
      <p:pic>
        <p:nvPicPr>
          <p:cNvPr id="38" name="SK-9-img-19" descr="preencoded.png">
            <a:extLst>
              <a:ext uri="{FF2B5EF4-FFF2-40B4-BE49-F238E27FC236}">
                <a16:creationId xmlns:a16="http://schemas.microsoft.com/office/drawing/2014/main" id="{D4155261-6969-2B14-6773-D2789DEB744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19163" y="5692843"/>
            <a:ext cx="214313" cy="175320"/>
          </a:xfrm>
          <a:prstGeom prst="rect">
            <a:avLst/>
          </a:prstGeom>
        </p:spPr>
      </p:pic>
      <p:pic>
        <p:nvPicPr>
          <p:cNvPr id="40" name="SK-9-img-20" descr="preencoded.png">
            <a:extLst>
              <a:ext uri="{FF2B5EF4-FFF2-40B4-BE49-F238E27FC236}">
                <a16:creationId xmlns:a16="http://schemas.microsoft.com/office/drawing/2014/main" id="{855E19EE-A292-147B-C4DD-B73EE92EDD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4710" y="5454272"/>
            <a:ext cx="2722432" cy="652463"/>
          </a:xfrm>
          <a:prstGeom prst="rect">
            <a:avLst/>
          </a:prstGeom>
        </p:spPr>
      </p:pic>
      <p:pic>
        <p:nvPicPr>
          <p:cNvPr id="42" name="SK-9-img-21" descr="preencoded.png">
            <a:extLst>
              <a:ext uri="{FF2B5EF4-FFF2-40B4-BE49-F238E27FC236}">
                <a16:creationId xmlns:a16="http://schemas.microsoft.com/office/drawing/2014/main" id="{DA67962E-AFC1-2D8E-1F56-452928F863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07109" y="5590003"/>
            <a:ext cx="381000" cy="381000"/>
          </a:xfrm>
          <a:prstGeom prst="rect">
            <a:avLst/>
          </a:prstGeom>
        </p:spPr>
      </p:pic>
      <p:pic>
        <p:nvPicPr>
          <p:cNvPr id="44" name="SK-9-img-22" descr="preencoded.png">
            <a:extLst>
              <a:ext uri="{FF2B5EF4-FFF2-40B4-BE49-F238E27FC236}">
                <a16:creationId xmlns:a16="http://schemas.microsoft.com/office/drawing/2014/main" id="{ABC01973-AED7-9289-D300-FA424712D59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90453" y="5692843"/>
            <a:ext cx="214313" cy="175320"/>
          </a:xfrm>
          <a:prstGeom prst="rect">
            <a:avLst/>
          </a:prstGeom>
        </p:spPr>
      </p:pic>
      <p:sp>
        <p:nvSpPr>
          <p:cNvPr id="74" name="SK-9-text-38">
            <a:extLst>
              <a:ext uri="{FF2B5EF4-FFF2-40B4-BE49-F238E27FC236}">
                <a16:creationId xmlns:a16="http://schemas.microsoft.com/office/drawing/2014/main" id="{15B6A261-0929-B21D-ED64-A6011CE535C9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76" name="SK-9-text-39">
            <a:extLst>
              <a:ext uri="{FF2B5EF4-FFF2-40B4-BE49-F238E27FC236}">
                <a16:creationId xmlns:a16="http://schemas.microsoft.com/office/drawing/2014/main" id="{0B8BC8AB-1455-D5BB-AF8B-741D3DA9F964}"/>
              </a:ext>
            </a:extLst>
          </p:cNvPr>
          <p:cNvSpPr/>
          <p:nvPr/>
        </p:nvSpPr>
        <p:spPr>
          <a:xfrm>
            <a:off x="735955" y="751265"/>
            <a:ext cx="10934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1A2419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Interface du tableau de bord — CP3</a:t>
            </a:r>
            <a:endParaRPr lang="en-US" sz="2400" b="1" dirty="0">
              <a:latin typeface="Aptos" panose="020B0004020202020204" pitchFamily="34" charset="0"/>
            </a:endParaRPr>
          </a:p>
        </p:txBody>
      </p:sp>
      <p:sp>
        <p:nvSpPr>
          <p:cNvPr id="82" name="SK-9-text-42">
            <a:extLst>
              <a:ext uri="{FF2B5EF4-FFF2-40B4-BE49-F238E27FC236}">
                <a16:creationId xmlns:a16="http://schemas.microsoft.com/office/drawing/2014/main" id="{9FD4E19E-5672-927F-D545-E424BEFE8688}"/>
              </a:ext>
            </a:extLst>
          </p:cNvPr>
          <p:cNvSpPr/>
          <p:nvPr/>
        </p:nvSpPr>
        <p:spPr>
          <a:xfrm>
            <a:off x="1288475" y="1177278"/>
            <a:ext cx="1889708" cy="3925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Barre latérale</a:t>
            </a:r>
            <a:endParaRPr lang="en-US" sz="1125" dirty="0"/>
          </a:p>
        </p:txBody>
      </p:sp>
      <p:sp>
        <p:nvSpPr>
          <p:cNvPr id="84" name="SK-9-text-43">
            <a:extLst>
              <a:ext uri="{FF2B5EF4-FFF2-40B4-BE49-F238E27FC236}">
                <a16:creationId xmlns:a16="http://schemas.microsoft.com/office/drawing/2014/main" id="{B41B6FC6-59A2-5150-0FB3-F3101CE182D3}"/>
              </a:ext>
            </a:extLst>
          </p:cNvPr>
          <p:cNvSpPr/>
          <p:nvPr/>
        </p:nvSpPr>
        <p:spPr>
          <a:xfrm>
            <a:off x="4275753" y="1177278"/>
            <a:ext cx="1889815" cy="3925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 rapides</a:t>
            </a:r>
            <a:endParaRPr lang="en-US" sz="1125" dirty="0"/>
          </a:p>
        </p:txBody>
      </p:sp>
      <p:sp>
        <p:nvSpPr>
          <p:cNvPr id="86" name="SK-9-text-44">
            <a:extLst>
              <a:ext uri="{FF2B5EF4-FFF2-40B4-BE49-F238E27FC236}">
                <a16:creationId xmlns:a16="http://schemas.microsoft.com/office/drawing/2014/main" id="{DF04164C-F7C0-ED68-94D0-2EC7F12ECCAD}"/>
              </a:ext>
            </a:extLst>
          </p:cNvPr>
          <p:cNvSpPr/>
          <p:nvPr/>
        </p:nvSpPr>
        <p:spPr>
          <a:xfrm>
            <a:off x="7003554" y="1180500"/>
            <a:ext cx="1889708" cy="3925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Espace principal</a:t>
            </a:r>
            <a:endParaRPr lang="en-US" sz="1125" dirty="0"/>
          </a:p>
        </p:txBody>
      </p:sp>
      <p:sp>
        <p:nvSpPr>
          <p:cNvPr id="88" name="SK-9-text-45">
            <a:extLst>
              <a:ext uri="{FF2B5EF4-FFF2-40B4-BE49-F238E27FC236}">
                <a16:creationId xmlns:a16="http://schemas.microsoft.com/office/drawing/2014/main" id="{41CC715A-0B17-E049-A4C9-573E706AFDBB}"/>
              </a:ext>
            </a:extLst>
          </p:cNvPr>
          <p:cNvSpPr/>
          <p:nvPr/>
        </p:nvSpPr>
        <p:spPr>
          <a:xfrm>
            <a:off x="9990832" y="1180500"/>
            <a:ext cx="1889815" cy="3925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Indicateurs</a:t>
            </a:r>
            <a:endParaRPr lang="en-US" sz="1125" dirty="0"/>
          </a:p>
        </p:txBody>
      </p:sp>
      <p:sp>
        <p:nvSpPr>
          <p:cNvPr id="90" name="SK-9-text-46">
            <a:extLst>
              <a:ext uri="{FF2B5EF4-FFF2-40B4-BE49-F238E27FC236}">
                <a16:creationId xmlns:a16="http://schemas.microsoft.com/office/drawing/2014/main" id="{419139AE-C765-0833-D198-5CC5AD8470C9}"/>
              </a:ext>
            </a:extLst>
          </p:cNvPr>
          <p:cNvSpPr/>
          <p:nvPr/>
        </p:nvSpPr>
        <p:spPr>
          <a:xfrm>
            <a:off x="868497" y="5706501"/>
            <a:ext cx="398621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Sémantique</a:t>
            </a:r>
            <a:endParaRPr lang="en-US" sz="1275" dirty="0"/>
          </a:p>
        </p:txBody>
      </p:sp>
      <p:sp>
        <p:nvSpPr>
          <p:cNvPr id="94" name="SK-9-text-48">
            <a:extLst>
              <a:ext uri="{FF2B5EF4-FFF2-40B4-BE49-F238E27FC236}">
                <a16:creationId xmlns:a16="http://schemas.microsoft.com/office/drawing/2014/main" id="{99C3871D-50C9-B25E-2917-B6082D0F0FDF}"/>
              </a:ext>
            </a:extLst>
          </p:cNvPr>
          <p:cNvSpPr/>
          <p:nvPr/>
        </p:nvSpPr>
        <p:spPr>
          <a:xfrm>
            <a:off x="3069218" y="5706501"/>
            <a:ext cx="1934341" cy="190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</a:t>
            </a:r>
            <a:endParaRPr lang="en-US" sz="1275" dirty="0"/>
          </a:p>
        </p:txBody>
      </p:sp>
      <p:sp>
        <p:nvSpPr>
          <p:cNvPr id="98" name="SK-9-text-50">
            <a:extLst>
              <a:ext uri="{FF2B5EF4-FFF2-40B4-BE49-F238E27FC236}">
                <a16:creationId xmlns:a16="http://schemas.microsoft.com/office/drawing/2014/main" id="{E445DB06-3392-B082-5D85-FBE18736497F}"/>
              </a:ext>
            </a:extLst>
          </p:cNvPr>
          <p:cNvSpPr/>
          <p:nvPr/>
        </p:nvSpPr>
        <p:spPr>
          <a:xfrm>
            <a:off x="5540508" y="5685402"/>
            <a:ext cx="1473924" cy="2329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Rapide</a:t>
            </a:r>
            <a:endParaRPr lang="en-US" sz="1275" dirty="0"/>
          </a:p>
        </p:txBody>
      </p:sp>
      <p:pic>
        <p:nvPicPr>
          <p:cNvPr id="119" name="Image 118">
            <a:extLst>
              <a:ext uri="{FF2B5EF4-FFF2-40B4-BE49-F238E27FC236}">
                <a16:creationId xmlns:a16="http://schemas.microsoft.com/office/drawing/2014/main" id="{A1FEEB31-9367-C26F-10DE-28AF5E31DE2A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05"/>
          <a:stretch>
            <a:fillRect/>
          </a:stretch>
        </p:blipFill>
        <p:spPr bwMode="auto">
          <a:xfrm>
            <a:off x="634721" y="2303055"/>
            <a:ext cx="6490483" cy="26520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1" name="Image 120">
            <a:extLst>
              <a:ext uri="{FF2B5EF4-FFF2-40B4-BE49-F238E27FC236}">
                <a16:creationId xmlns:a16="http://schemas.microsoft.com/office/drawing/2014/main" id="{94153346-47C4-A7DC-3D29-4F4B769D6FA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44746" y="1875729"/>
            <a:ext cx="4353592" cy="431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4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D89975-40C9-EB8C-5059-642FA0DA0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D1463F-C500-6545-98A7-D1049B74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2C1AC2-DFAA-B128-F2C9-D9982497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10</a:t>
            </a:fld>
            <a:endParaRPr lang="fr-FR"/>
          </a:p>
        </p:txBody>
      </p:sp>
      <p:pic>
        <p:nvPicPr>
          <p:cNvPr id="6" name="SK-10-img-3" descr="preencoded.png">
            <a:extLst>
              <a:ext uri="{FF2B5EF4-FFF2-40B4-BE49-F238E27FC236}">
                <a16:creationId xmlns:a16="http://schemas.microsoft.com/office/drawing/2014/main" id="{821F3BAD-EAAF-6BCC-0D6A-BDF91250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16" name="SK-10-img-8" descr="preencoded.png">
            <a:extLst>
              <a:ext uri="{FF2B5EF4-FFF2-40B4-BE49-F238E27FC236}">
                <a16:creationId xmlns:a16="http://schemas.microsoft.com/office/drawing/2014/main" id="{AE10606E-F9B5-633E-EC6C-F43812CD2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97" y="1194388"/>
            <a:ext cx="1939230" cy="789088"/>
          </a:xfrm>
          <a:prstGeom prst="rect">
            <a:avLst/>
          </a:prstGeom>
        </p:spPr>
      </p:pic>
      <p:pic>
        <p:nvPicPr>
          <p:cNvPr id="18" name="SK-10-img-9" descr="preencoded.png">
            <a:extLst>
              <a:ext uri="{FF2B5EF4-FFF2-40B4-BE49-F238E27FC236}">
                <a16:creationId xmlns:a16="http://schemas.microsoft.com/office/drawing/2014/main" id="{06CD13CD-013D-9A8A-9946-FDC205538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11" y="1306901"/>
            <a:ext cx="190500" cy="155823"/>
          </a:xfrm>
          <a:prstGeom prst="rect">
            <a:avLst/>
          </a:prstGeom>
        </p:spPr>
      </p:pic>
      <p:pic>
        <p:nvPicPr>
          <p:cNvPr id="20" name="SK-10-img-10" descr="preencoded.png">
            <a:extLst>
              <a:ext uri="{FF2B5EF4-FFF2-40B4-BE49-F238E27FC236}">
                <a16:creationId xmlns:a16="http://schemas.microsoft.com/office/drawing/2014/main" id="{0A79E439-1A6E-1EF3-6C22-A89C00A30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9614" y="1194388"/>
            <a:ext cx="1939230" cy="789088"/>
          </a:xfrm>
          <a:prstGeom prst="rect">
            <a:avLst/>
          </a:prstGeom>
        </p:spPr>
      </p:pic>
      <p:pic>
        <p:nvPicPr>
          <p:cNvPr id="22" name="SK-10-img-11" descr="preencoded.png">
            <a:extLst>
              <a:ext uri="{FF2B5EF4-FFF2-40B4-BE49-F238E27FC236}">
                <a16:creationId xmlns:a16="http://schemas.microsoft.com/office/drawing/2014/main" id="{981511F3-E0BC-27CD-55A6-3704D3BA53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5301" y="1306901"/>
            <a:ext cx="190500" cy="155823"/>
          </a:xfrm>
          <a:prstGeom prst="rect">
            <a:avLst/>
          </a:prstGeom>
        </p:spPr>
      </p:pic>
      <p:pic>
        <p:nvPicPr>
          <p:cNvPr id="24" name="SK-10-img-12" descr="preencoded.png">
            <a:extLst>
              <a:ext uri="{FF2B5EF4-FFF2-40B4-BE49-F238E27FC236}">
                <a16:creationId xmlns:a16="http://schemas.microsoft.com/office/drawing/2014/main" id="{D2D8FB77-D620-9934-8345-F30AA1DB94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7927" y="1194388"/>
            <a:ext cx="1966882" cy="789088"/>
          </a:xfrm>
          <a:prstGeom prst="rect">
            <a:avLst/>
          </a:prstGeom>
        </p:spPr>
      </p:pic>
      <p:pic>
        <p:nvPicPr>
          <p:cNvPr id="26" name="SK-10-img-13" descr="preencoded.png">
            <a:extLst>
              <a:ext uri="{FF2B5EF4-FFF2-40B4-BE49-F238E27FC236}">
                <a16:creationId xmlns:a16="http://schemas.microsoft.com/office/drawing/2014/main" id="{7CE3DB15-9373-D8A2-1D0D-97738F6175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819" y="1306901"/>
            <a:ext cx="190500" cy="155823"/>
          </a:xfrm>
          <a:prstGeom prst="rect">
            <a:avLst/>
          </a:prstGeom>
        </p:spPr>
      </p:pic>
      <p:pic>
        <p:nvPicPr>
          <p:cNvPr id="28" name="SK-10-img-14" descr="preencoded.png">
            <a:extLst>
              <a:ext uri="{FF2B5EF4-FFF2-40B4-BE49-F238E27FC236}">
                <a16:creationId xmlns:a16="http://schemas.microsoft.com/office/drawing/2014/main" id="{043BCB9D-0177-AA9B-9354-BA605CA6C7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6957" y="1205178"/>
            <a:ext cx="1935508" cy="789088"/>
          </a:xfrm>
          <a:prstGeom prst="rect">
            <a:avLst/>
          </a:prstGeom>
        </p:spPr>
      </p:pic>
      <p:pic>
        <p:nvPicPr>
          <p:cNvPr id="30" name="SK-10-img-15" descr="preencoded.png">
            <a:extLst>
              <a:ext uri="{FF2B5EF4-FFF2-40B4-BE49-F238E27FC236}">
                <a16:creationId xmlns:a16="http://schemas.microsoft.com/office/drawing/2014/main" id="{0B9F8482-66D3-E31E-04C9-AAD186C778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5485" y="1312186"/>
            <a:ext cx="190500" cy="155823"/>
          </a:xfrm>
          <a:prstGeom prst="rect">
            <a:avLst/>
          </a:prstGeom>
        </p:spPr>
      </p:pic>
      <p:pic>
        <p:nvPicPr>
          <p:cNvPr id="32" name="SK-10-img-16" descr="preencoded.png">
            <a:extLst>
              <a:ext uri="{FF2B5EF4-FFF2-40B4-BE49-F238E27FC236}">
                <a16:creationId xmlns:a16="http://schemas.microsoft.com/office/drawing/2014/main" id="{4F3E5127-6178-3664-751B-CF3FD89E21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5663" y="1008429"/>
            <a:ext cx="3519115" cy="1707356"/>
          </a:xfrm>
          <a:prstGeom prst="rect">
            <a:avLst/>
          </a:prstGeom>
        </p:spPr>
      </p:pic>
      <p:pic>
        <p:nvPicPr>
          <p:cNvPr id="34" name="SK-10-img-17" descr="preencoded.png">
            <a:extLst>
              <a:ext uri="{FF2B5EF4-FFF2-40B4-BE49-F238E27FC236}">
                <a16:creationId xmlns:a16="http://schemas.microsoft.com/office/drawing/2014/main" id="{76C6A87B-516B-0355-D0FB-F77ABE9D43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26163" y="1230331"/>
            <a:ext cx="166688" cy="137220"/>
          </a:xfrm>
          <a:prstGeom prst="rect">
            <a:avLst/>
          </a:prstGeom>
        </p:spPr>
      </p:pic>
      <p:pic>
        <p:nvPicPr>
          <p:cNvPr id="36" name="SK-10-img-18" descr="preencoded.png">
            <a:extLst>
              <a:ext uri="{FF2B5EF4-FFF2-40B4-BE49-F238E27FC236}">
                <a16:creationId xmlns:a16="http://schemas.microsoft.com/office/drawing/2014/main" id="{4598029C-CA48-89FA-A600-CE7FA76675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4263" y="1703753"/>
            <a:ext cx="19050" cy="366713"/>
          </a:xfrm>
          <a:prstGeom prst="rect">
            <a:avLst/>
          </a:prstGeom>
        </p:spPr>
      </p:pic>
      <p:pic>
        <p:nvPicPr>
          <p:cNvPr id="38" name="SK-10-img-19" descr="preencoded.png">
            <a:extLst>
              <a:ext uri="{FF2B5EF4-FFF2-40B4-BE49-F238E27FC236}">
                <a16:creationId xmlns:a16="http://schemas.microsoft.com/office/drawing/2014/main" id="{9F3790C7-A1C1-080A-6D26-C49C97FBE2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26163" y="1684703"/>
            <a:ext cx="95250" cy="95250"/>
          </a:xfrm>
          <a:prstGeom prst="rect">
            <a:avLst/>
          </a:prstGeom>
        </p:spPr>
      </p:pic>
      <p:pic>
        <p:nvPicPr>
          <p:cNvPr id="40" name="SK-10-img-20" descr="preencoded.png">
            <a:extLst>
              <a:ext uri="{FF2B5EF4-FFF2-40B4-BE49-F238E27FC236}">
                <a16:creationId xmlns:a16="http://schemas.microsoft.com/office/drawing/2014/main" id="{4B168FEF-3969-00BE-DDC6-FA82649896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4263" y="2070466"/>
            <a:ext cx="19050" cy="366713"/>
          </a:xfrm>
          <a:prstGeom prst="rect">
            <a:avLst/>
          </a:prstGeom>
        </p:spPr>
      </p:pic>
      <p:pic>
        <p:nvPicPr>
          <p:cNvPr id="42" name="SK-10-img-21" descr="preencoded.png">
            <a:extLst>
              <a:ext uri="{FF2B5EF4-FFF2-40B4-BE49-F238E27FC236}">
                <a16:creationId xmlns:a16="http://schemas.microsoft.com/office/drawing/2014/main" id="{C4BDE210-D2BB-0EA1-C369-0287F9C0933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26163" y="2051416"/>
            <a:ext cx="95250" cy="95250"/>
          </a:xfrm>
          <a:prstGeom prst="rect">
            <a:avLst/>
          </a:prstGeom>
        </p:spPr>
      </p:pic>
      <p:pic>
        <p:nvPicPr>
          <p:cNvPr id="46" name="SK-10-img-23" descr="preencoded.png">
            <a:extLst>
              <a:ext uri="{FF2B5EF4-FFF2-40B4-BE49-F238E27FC236}">
                <a16:creationId xmlns:a16="http://schemas.microsoft.com/office/drawing/2014/main" id="{09017483-3426-A042-C604-650D946F9A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26163" y="2418128"/>
            <a:ext cx="95250" cy="95250"/>
          </a:xfrm>
          <a:prstGeom prst="rect">
            <a:avLst/>
          </a:prstGeom>
        </p:spPr>
      </p:pic>
      <p:sp>
        <p:nvSpPr>
          <p:cNvPr id="50" name="SK-10-text-26">
            <a:extLst>
              <a:ext uri="{FF2B5EF4-FFF2-40B4-BE49-F238E27FC236}">
                <a16:creationId xmlns:a16="http://schemas.microsoft.com/office/drawing/2014/main" id="{9899AE51-8FA4-90C4-7DB4-67CBC57FD3A3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52" name="SK-10-text-27">
            <a:extLst>
              <a:ext uri="{FF2B5EF4-FFF2-40B4-BE49-F238E27FC236}">
                <a16:creationId xmlns:a16="http://schemas.microsoft.com/office/drawing/2014/main" id="{FE6601B1-06E0-86A3-D742-484F42F1DA28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Interface de gestion des clients — CP3</a:t>
            </a:r>
            <a:endParaRPr lang="en-US" sz="2400" dirty="0"/>
          </a:p>
        </p:txBody>
      </p:sp>
      <p:sp>
        <p:nvSpPr>
          <p:cNvPr id="62" name="SK-10-text-32">
            <a:extLst>
              <a:ext uri="{FF2B5EF4-FFF2-40B4-BE49-F238E27FC236}">
                <a16:creationId xmlns:a16="http://schemas.microsoft.com/office/drawing/2014/main" id="{942BCA0F-DC2B-8F57-F7CF-FA9A2C4EF0AB}"/>
              </a:ext>
            </a:extLst>
          </p:cNvPr>
          <p:cNvSpPr/>
          <p:nvPr/>
        </p:nvSpPr>
        <p:spPr>
          <a:xfrm>
            <a:off x="703061" y="1270587"/>
            <a:ext cx="99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Créer</a:t>
            </a:r>
            <a:endParaRPr lang="en-US" sz="1200" dirty="0"/>
          </a:p>
        </p:txBody>
      </p:sp>
      <p:sp>
        <p:nvSpPr>
          <p:cNvPr id="64" name="SK-10-text-33">
            <a:extLst>
              <a:ext uri="{FF2B5EF4-FFF2-40B4-BE49-F238E27FC236}">
                <a16:creationId xmlns:a16="http://schemas.microsoft.com/office/drawing/2014/main" id="{8544292D-38E2-9EC9-D291-283341FBA75E}"/>
              </a:ext>
            </a:extLst>
          </p:cNvPr>
          <p:cNvSpPr/>
          <p:nvPr/>
        </p:nvSpPr>
        <p:spPr>
          <a:xfrm>
            <a:off x="424097" y="1575387"/>
            <a:ext cx="178683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Ajout de nouveaux clients avec validation des champs.</a:t>
            </a:r>
            <a:endParaRPr lang="en-US" sz="1050" dirty="0"/>
          </a:p>
        </p:txBody>
      </p:sp>
      <p:sp>
        <p:nvSpPr>
          <p:cNvPr id="66" name="SK-10-text-34">
            <a:extLst>
              <a:ext uri="{FF2B5EF4-FFF2-40B4-BE49-F238E27FC236}">
                <a16:creationId xmlns:a16="http://schemas.microsoft.com/office/drawing/2014/main" id="{4F5FF036-5383-0D82-FD27-32498D6CBBA8}"/>
              </a:ext>
            </a:extLst>
          </p:cNvPr>
          <p:cNvSpPr/>
          <p:nvPr/>
        </p:nvSpPr>
        <p:spPr>
          <a:xfrm>
            <a:off x="2761051" y="1270587"/>
            <a:ext cx="190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Rechercher</a:t>
            </a:r>
            <a:endParaRPr lang="en-US" sz="1200" dirty="0"/>
          </a:p>
        </p:txBody>
      </p:sp>
      <p:sp>
        <p:nvSpPr>
          <p:cNvPr id="68" name="SK-10-text-35">
            <a:extLst>
              <a:ext uri="{FF2B5EF4-FFF2-40B4-BE49-F238E27FC236}">
                <a16:creationId xmlns:a16="http://schemas.microsoft.com/office/drawing/2014/main" id="{8E78D126-241E-8A08-FD69-8FD9DE6FFA79}"/>
              </a:ext>
            </a:extLst>
          </p:cNvPr>
          <p:cNvSpPr/>
          <p:nvPr/>
        </p:nvSpPr>
        <p:spPr>
          <a:xfrm>
            <a:off x="2488650" y="1575387"/>
            <a:ext cx="178697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Filtrage instantané par nom.</a:t>
            </a:r>
            <a:endParaRPr lang="en-US" sz="1050" dirty="0"/>
          </a:p>
        </p:txBody>
      </p:sp>
      <p:sp>
        <p:nvSpPr>
          <p:cNvPr id="70" name="SK-10-text-36">
            <a:extLst>
              <a:ext uri="{FF2B5EF4-FFF2-40B4-BE49-F238E27FC236}">
                <a16:creationId xmlns:a16="http://schemas.microsoft.com/office/drawing/2014/main" id="{1CEF1D6F-652B-5C12-8C18-6E7945B5E6D7}"/>
              </a:ext>
            </a:extLst>
          </p:cNvPr>
          <p:cNvSpPr/>
          <p:nvPr/>
        </p:nvSpPr>
        <p:spPr>
          <a:xfrm>
            <a:off x="6875569" y="1270587"/>
            <a:ext cx="1539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Modifier</a:t>
            </a:r>
            <a:endParaRPr lang="en-US" sz="1200" dirty="0"/>
          </a:p>
        </p:txBody>
      </p:sp>
      <p:sp>
        <p:nvSpPr>
          <p:cNvPr id="72" name="SK-10-text-37">
            <a:extLst>
              <a:ext uri="{FF2B5EF4-FFF2-40B4-BE49-F238E27FC236}">
                <a16:creationId xmlns:a16="http://schemas.microsoft.com/office/drawing/2014/main" id="{3674F065-70A4-2A35-5E16-CA7A0719D0E1}"/>
              </a:ext>
            </a:extLst>
          </p:cNvPr>
          <p:cNvSpPr/>
          <p:nvPr/>
        </p:nvSpPr>
        <p:spPr>
          <a:xfrm>
            <a:off x="6583033" y="1521311"/>
            <a:ext cx="1786830" cy="3943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jour des coordonnées et informations métier.</a:t>
            </a:r>
            <a:endParaRPr lang="en-US" sz="1050" dirty="0"/>
          </a:p>
        </p:txBody>
      </p:sp>
      <p:sp>
        <p:nvSpPr>
          <p:cNvPr id="74" name="SK-10-text-38">
            <a:extLst>
              <a:ext uri="{FF2B5EF4-FFF2-40B4-BE49-F238E27FC236}">
                <a16:creationId xmlns:a16="http://schemas.microsoft.com/office/drawing/2014/main" id="{555BF99A-3442-7A0D-58B9-031CA53EA9C4}"/>
              </a:ext>
            </a:extLst>
          </p:cNvPr>
          <p:cNvSpPr/>
          <p:nvPr/>
        </p:nvSpPr>
        <p:spPr>
          <a:xfrm>
            <a:off x="4841235" y="1275872"/>
            <a:ext cx="1722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Supprimer</a:t>
            </a:r>
            <a:endParaRPr lang="en-US" sz="1200" dirty="0"/>
          </a:p>
        </p:txBody>
      </p:sp>
      <p:sp>
        <p:nvSpPr>
          <p:cNvPr id="76" name="SK-10-text-39">
            <a:extLst>
              <a:ext uri="{FF2B5EF4-FFF2-40B4-BE49-F238E27FC236}">
                <a16:creationId xmlns:a16="http://schemas.microsoft.com/office/drawing/2014/main" id="{F5C39CD8-BD19-1C7A-0B1B-2A9E22417B31}"/>
              </a:ext>
            </a:extLst>
          </p:cNvPr>
          <p:cNvSpPr/>
          <p:nvPr/>
        </p:nvSpPr>
        <p:spPr>
          <a:xfrm>
            <a:off x="4555485" y="1553183"/>
            <a:ext cx="178697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Retrait sécurisé des entrées  avec confirmation.</a:t>
            </a:r>
            <a:endParaRPr lang="en-US" sz="1050" dirty="0"/>
          </a:p>
        </p:txBody>
      </p:sp>
      <p:sp>
        <p:nvSpPr>
          <p:cNvPr id="78" name="SK-10-text-40">
            <a:extLst>
              <a:ext uri="{FF2B5EF4-FFF2-40B4-BE49-F238E27FC236}">
                <a16:creationId xmlns:a16="http://schemas.microsoft.com/office/drawing/2014/main" id="{18647839-2CA6-2C95-3609-BF638F532B30}"/>
              </a:ext>
            </a:extLst>
          </p:cNvPr>
          <p:cNvSpPr/>
          <p:nvPr/>
        </p:nvSpPr>
        <p:spPr>
          <a:xfrm>
            <a:off x="8969051" y="1198928"/>
            <a:ext cx="391671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</a:rPr>
              <a:t>WORKFLOW DE GESTION</a:t>
            </a:r>
            <a:endParaRPr lang="en-US" sz="1050" dirty="0"/>
          </a:p>
        </p:txBody>
      </p:sp>
      <p:sp>
        <p:nvSpPr>
          <p:cNvPr id="80" name="SK-10-text-41">
            <a:extLst>
              <a:ext uri="{FF2B5EF4-FFF2-40B4-BE49-F238E27FC236}">
                <a16:creationId xmlns:a16="http://schemas.microsoft.com/office/drawing/2014/main" id="{6BCA9560-09F3-AB62-ADD9-AE372FADE8C3}"/>
              </a:ext>
            </a:extLst>
          </p:cNvPr>
          <p:cNvSpPr/>
          <p:nvPr/>
        </p:nvSpPr>
        <p:spPr>
          <a:xfrm>
            <a:off x="8935713" y="1627553"/>
            <a:ext cx="446916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 de la liste globale des clients</a:t>
            </a:r>
            <a:endParaRPr lang="en-US" sz="1125" dirty="0"/>
          </a:p>
        </p:txBody>
      </p:sp>
      <p:sp>
        <p:nvSpPr>
          <p:cNvPr id="82" name="SK-10-text-42">
            <a:extLst>
              <a:ext uri="{FF2B5EF4-FFF2-40B4-BE49-F238E27FC236}">
                <a16:creationId xmlns:a16="http://schemas.microsoft.com/office/drawing/2014/main" id="{0E7EAA77-CD89-C383-3A96-36C35A4DCB3A}"/>
              </a:ext>
            </a:extLst>
          </p:cNvPr>
          <p:cNvSpPr/>
          <p:nvPr/>
        </p:nvSpPr>
        <p:spPr>
          <a:xfrm>
            <a:off x="8935713" y="1994266"/>
            <a:ext cx="446916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Recherche via la barre dynamique</a:t>
            </a:r>
            <a:endParaRPr lang="en-US" sz="1125" dirty="0"/>
          </a:p>
        </p:txBody>
      </p:sp>
      <p:sp>
        <p:nvSpPr>
          <p:cNvPr id="84" name="SK-10-text-43">
            <a:extLst>
              <a:ext uri="{FF2B5EF4-FFF2-40B4-BE49-F238E27FC236}">
                <a16:creationId xmlns:a16="http://schemas.microsoft.com/office/drawing/2014/main" id="{48BE702B-54F6-240E-3403-17C04F59AC86}"/>
              </a:ext>
            </a:extLst>
          </p:cNvPr>
          <p:cNvSpPr/>
          <p:nvPr/>
        </p:nvSpPr>
        <p:spPr>
          <a:xfrm>
            <a:off x="8935713" y="2360978"/>
            <a:ext cx="446916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Sélection d'un client pour accéder aux détails</a:t>
            </a:r>
            <a:endParaRPr lang="en-US" sz="1125" dirty="0"/>
          </a:p>
        </p:txBody>
      </p:sp>
      <p:pic>
        <p:nvPicPr>
          <p:cNvPr id="87" name="Image 86">
            <a:extLst>
              <a:ext uri="{FF2B5EF4-FFF2-40B4-BE49-F238E27FC236}">
                <a16:creationId xmlns:a16="http://schemas.microsoft.com/office/drawing/2014/main" id="{1300E9C8-3B60-AE3F-E495-A61FCE8673F0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1186"/>
          <a:stretch>
            <a:fillRect/>
          </a:stretch>
        </p:blipFill>
        <p:spPr>
          <a:xfrm>
            <a:off x="334322" y="2146666"/>
            <a:ext cx="7768175" cy="3993663"/>
          </a:xfrm>
          <a:prstGeom prst="rect">
            <a:avLst/>
          </a:prstGeom>
        </p:spPr>
      </p:pic>
      <p:pic>
        <p:nvPicPr>
          <p:cNvPr id="89" name="Image 88">
            <a:extLst>
              <a:ext uri="{FF2B5EF4-FFF2-40B4-BE49-F238E27FC236}">
                <a16:creationId xmlns:a16="http://schemas.microsoft.com/office/drawing/2014/main" id="{38A9822D-693C-627D-9E40-336A1FE8345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31744" y="2944385"/>
            <a:ext cx="2266053" cy="3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35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F1A50A8-3BBD-C554-CBAD-74471F77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356B163-0500-3D47-E298-9D2670E81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3B37FF-40F7-5769-D655-8BB0E39D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11</a:t>
            </a:fld>
            <a:endParaRPr lang="fr-FR"/>
          </a:p>
        </p:txBody>
      </p:sp>
      <p:pic>
        <p:nvPicPr>
          <p:cNvPr id="6" name="SK-11-img-3" descr="preencoded.png">
            <a:extLst>
              <a:ext uri="{FF2B5EF4-FFF2-40B4-BE49-F238E27FC236}">
                <a16:creationId xmlns:a16="http://schemas.microsoft.com/office/drawing/2014/main" id="{AE46651F-3BFB-81E7-E3FE-ADE32EC0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11-img-4" descr="preencoded.png">
            <a:extLst>
              <a:ext uri="{FF2B5EF4-FFF2-40B4-BE49-F238E27FC236}">
                <a16:creationId xmlns:a16="http://schemas.microsoft.com/office/drawing/2014/main" id="{23A592B5-B44C-EE19-D2CB-F17A2C85E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1496"/>
            <a:ext cx="5818882" cy="2558504"/>
          </a:xfrm>
          <a:prstGeom prst="rect">
            <a:avLst/>
          </a:prstGeom>
        </p:spPr>
      </p:pic>
      <p:pic>
        <p:nvPicPr>
          <p:cNvPr id="16" name="SK-11-img-8" descr="preencoded.png">
            <a:extLst>
              <a:ext uri="{FF2B5EF4-FFF2-40B4-BE49-F238E27FC236}">
                <a16:creationId xmlns:a16="http://schemas.microsoft.com/office/drawing/2014/main" id="{01817852-9324-315A-03BE-2547999CE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17" y="3920881"/>
            <a:ext cx="4849118" cy="671513"/>
          </a:xfrm>
          <a:prstGeom prst="rect">
            <a:avLst/>
          </a:prstGeom>
        </p:spPr>
      </p:pic>
      <p:pic>
        <p:nvPicPr>
          <p:cNvPr id="18" name="SK-11-img-9" descr="preencoded.png">
            <a:extLst>
              <a:ext uri="{FF2B5EF4-FFF2-40B4-BE49-F238E27FC236}">
                <a16:creationId xmlns:a16="http://schemas.microsoft.com/office/drawing/2014/main" id="{475725F8-AC34-DCAF-640E-B39F34E0F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17" y="4066137"/>
            <a:ext cx="381000" cy="381000"/>
          </a:xfrm>
          <a:prstGeom prst="rect">
            <a:avLst/>
          </a:prstGeom>
        </p:spPr>
      </p:pic>
      <p:pic>
        <p:nvPicPr>
          <p:cNvPr id="20" name="SK-11-img-10" descr="preencoded.png">
            <a:extLst>
              <a:ext uri="{FF2B5EF4-FFF2-40B4-BE49-F238E27FC236}">
                <a16:creationId xmlns:a16="http://schemas.microsoft.com/office/drawing/2014/main" id="{34ACD265-EA08-2DA7-D2E0-DF8E34319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161" y="4168978"/>
            <a:ext cx="214313" cy="175320"/>
          </a:xfrm>
          <a:prstGeom prst="rect">
            <a:avLst/>
          </a:prstGeom>
        </p:spPr>
      </p:pic>
      <p:pic>
        <p:nvPicPr>
          <p:cNvPr id="22" name="SK-11-img-11" descr="preencoded.png">
            <a:extLst>
              <a:ext uri="{FF2B5EF4-FFF2-40B4-BE49-F238E27FC236}">
                <a16:creationId xmlns:a16="http://schemas.microsoft.com/office/drawing/2014/main" id="{5078D8DB-3E96-9751-5FBC-F8F0691C90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417" y="4680927"/>
            <a:ext cx="4849118" cy="752047"/>
          </a:xfrm>
          <a:prstGeom prst="rect">
            <a:avLst/>
          </a:prstGeom>
        </p:spPr>
      </p:pic>
      <p:pic>
        <p:nvPicPr>
          <p:cNvPr id="24" name="SK-11-img-12" descr="preencoded.png">
            <a:extLst>
              <a:ext uri="{FF2B5EF4-FFF2-40B4-BE49-F238E27FC236}">
                <a16:creationId xmlns:a16="http://schemas.microsoft.com/office/drawing/2014/main" id="{F1A6642E-7D9B-3DBA-1769-B29A9A3842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724" y="4930750"/>
            <a:ext cx="347216" cy="381000"/>
          </a:xfrm>
          <a:prstGeom prst="rect">
            <a:avLst/>
          </a:prstGeom>
        </p:spPr>
      </p:pic>
      <p:pic>
        <p:nvPicPr>
          <p:cNvPr id="26" name="SK-11-img-13" descr="preencoded.png">
            <a:extLst>
              <a:ext uri="{FF2B5EF4-FFF2-40B4-BE49-F238E27FC236}">
                <a16:creationId xmlns:a16="http://schemas.microsoft.com/office/drawing/2014/main" id="{7B1C1DCB-505E-EFAE-7D06-90B529544B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101" y="5033591"/>
            <a:ext cx="214313" cy="175320"/>
          </a:xfrm>
          <a:prstGeom prst="rect">
            <a:avLst/>
          </a:prstGeom>
        </p:spPr>
      </p:pic>
      <p:pic>
        <p:nvPicPr>
          <p:cNvPr id="28" name="SK-11-img-14" descr="preencoded.png">
            <a:extLst>
              <a:ext uri="{FF2B5EF4-FFF2-40B4-BE49-F238E27FC236}">
                <a16:creationId xmlns:a16="http://schemas.microsoft.com/office/drawing/2014/main" id="{572B8C7C-CF28-D437-7FEE-B7D8CE0ED3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417" y="5510930"/>
            <a:ext cx="4849118" cy="671513"/>
          </a:xfrm>
          <a:prstGeom prst="rect">
            <a:avLst/>
          </a:prstGeom>
        </p:spPr>
      </p:pic>
      <p:pic>
        <p:nvPicPr>
          <p:cNvPr id="30" name="SK-11-img-15" descr="preencoded.png">
            <a:extLst>
              <a:ext uri="{FF2B5EF4-FFF2-40B4-BE49-F238E27FC236}">
                <a16:creationId xmlns:a16="http://schemas.microsoft.com/office/drawing/2014/main" id="{847C1EA7-3310-FEA3-C02D-6C2E295E2C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716" y="5692542"/>
            <a:ext cx="365224" cy="381000"/>
          </a:xfrm>
          <a:prstGeom prst="rect">
            <a:avLst/>
          </a:prstGeom>
        </p:spPr>
      </p:pic>
      <p:pic>
        <p:nvPicPr>
          <p:cNvPr id="32" name="SK-11-img-16" descr="preencoded.png">
            <a:extLst>
              <a:ext uri="{FF2B5EF4-FFF2-40B4-BE49-F238E27FC236}">
                <a16:creationId xmlns:a16="http://schemas.microsoft.com/office/drawing/2014/main" id="{D29A7360-B4CB-7AF9-8078-0311E786129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172" y="5795382"/>
            <a:ext cx="214313" cy="175320"/>
          </a:xfrm>
          <a:prstGeom prst="rect">
            <a:avLst/>
          </a:prstGeom>
        </p:spPr>
      </p:pic>
      <p:pic>
        <p:nvPicPr>
          <p:cNvPr id="34" name="SK-11-img-17" descr="preencoded.png">
            <a:extLst>
              <a:ext uri="{FF2B5EF4-FFF2-40B4-BE49-F238E27FC236}">
                <a16:creationId xmlns:a16="http://schemas.microsoft.com/office/drawing/2014/main" id="{226041A7-EDAF-0E3A-CF06-317159499A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1382" y="4409480"/>
            <a:ext cx="4849118" cy="1514475"/>
          </a:xfrm>
          <a:prstGeom prst="rect">
            <a:avLst/>
          </a:prstGeom>
        </p:spPr>
      </p:pic>
      <p:pic>
        <p:nvPicPr>
          <p:cNvPr id="36" name="SK-11-img-18" descr="preencoded.png">
            <a:extLst>
              <a:ext uri="{FF2B5EF4-FFF2-40B4-BE49-F238E27FC236}">
                <a16:creationId xmlns:a16="http://schemas.microsoft.com/office/drawing/2014/main" id="{69DA3A0B-8A65-E3EC-02B5-3AE99355C44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3807" y="5073848"/>
            <a:ext cx="304800" cy="304800"/>
          </a:xfrm>
          <a:prstGeom prst="rect">
            <a:avLst/>
          </a:prstGeom>
        </p:spPr>
      </p:pic>
      <p:pic>
        <p:nvPicPr>
          <p:cNvPr id="38" name="SK-11-img-19" descr="preencoded.png">
            <a:extLst>
              <a:ext uri="{FF2B5EF4-FFF2-40B4-BE49-F238E27FC236}">
                <a16:creationId xmlns:a16="http://schemas.microsoft.com/office/drawing/2014/main" id="{962A6DF5-F6E4-9918-1680-B5E269C18B4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2863" y="5157639"/>
            <a:ext cx="166688" cy="137220"/>
          </a:xfrm>
          <a:prstGeom prst="rect">
            <a:avLst/>
          </a:prstGeom>
        </p:spPr>
      </p:pic>
      <p:pic>
        <p:nvPicPr>
          <p:cNvPr id="40" name="SK-11-img-20" descr="preencoded.png">
            <a:extLst>
              <a:ext uri="{FF2B5EF4-FFF2-40B4-BE49-F238E27FC236}">
                <a16:creationId xmlns:a16="http://schemas.microsoft.com/office/drawing/2014/main" id="{99466C55-90BD-01A7-C16E-CA4F0B65D17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0681" y="5233392"/>
            <a:ext cx="628799" cy="19050"/>
          </a:xfrm>
          <a:prstGeom prst="rect">
            <a:avLst/>
          </a:prstGeom>
        </p:spPr>
      </p:pic>
      <p:pic>
        <p:nvPicPr>
          <p:cNvPr id="42" name="SK-11-img-21" descr="preencoded.png">
            <a:extLst>
              <a:ext uri="{FF2B5EF4-FFF2-40B4-BE49-F238E27FC236}">
                <a16:creationId xmlns:a16="http://schemas.microsoft.com/office/drawing/2014/main" id="{4FBDDDC5-BB28-7CBC-BED9-DEA4377FC83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6167" y="5073848"/>
            <a:ext cx="304800" cy="304800"/>
          </a:xfrm>
          <a:prstGeom prst="rect">
            <a:avLst/>
          </a:prstGeom>
        </p:spPr>
      </p:pic>
      <p:pic>
        <p:nvPicPr>
          <p:cNvPr id="44" name="SK-11-img-22" descr="preencoded.png">
            <a:extLst>
              <a:ext uri="{FF2B5EF4-FFF2-40B4-BE49-F238E27FC236}">
                <a16:creationId xmlns:a16="http://schemas.microsoft.com/office/drawing/2014/main" id="{079C0267-09D6-EA7D-4A5E-376A7416002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5223" y="5157639"/>
            <a:ext cx="166688" cy="137220"/>
          </a:xfrm>
          <a:prstGeom prst="rect">
            <a:avLst/>
          </a:prstGeom>
        </p:spPr>
      </p:pic>
      <p:pic>
        <p:nvPicPr>
          <p:cNvPr id="46" name="SK-11-img-23" descr="preencoded.png">
            <a:extLst>
              <a:ext uri="{FF2B5EF4-FFF2-40B4-BE49-F238E27FC236}">
                <a16:creationId xmlns:a16="http://schemas.microsoft.com/office/drawing/2014/main" id="{46EE3278-A8CD-8EA6-2734-B98A7E65431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7655" y="5233392"/>
            <a:ext cx="628799" cy="19050"/>
          </a:xfrm>
          <a:prstGeom prst="rect">
            <a:avLst/>
          </a:prstGeom>
        </p:spPr>
      </p:pic>
      <p:pic>
        <p:nvPicPr>
          <p:cNvPr id="48" name="SK-11-img-24" descr="preencoded.png">
            <a:extLst>
              <a:ext uri="{FF2B5EF4-FFF2-40B4-BE49-F238E27FC236}">
                <a16:creationId xmlns:a16="http://schemas.microsoft.com/office/drawing/2014/main" id="{CA60C32F-F26B-7802-2B2D-84C82B3D673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48379" y="4980980"/>
            <a:ext cx="304800" cy="304800"/>
          </a:xfrm>
          <a:prstGeom prst="rect">
            <a:avLst/>
          </a:prstGeom>
        </p:spPr>
      </p:pic>
      <p:pic>
        <p:nvPicPr>
          <p:cNvPr id="50" name="SK-11-img-25" descr="preencoded.png">
            <a:extLst>
              <a:ext uri="{FF2B5EF4-FFF2-40B4-BE49-F238E27FC236}">
                <a16:creationId xmlns:a16="http://schemas.microsoft.com/office/drawing/2014/main" id="{37FFD39E-C2AA-6845-3F7C-48DEEA341E6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7435" y="5064770"/>
            <a:ext cx="166688" cy="137220"/>
          </a:xfrm>
          <a:prstGeom prst="rect">
            <a:avLst/>
          </a:prstGeom>
        </p:spPr>
      </p:pic>
      <p:pic>
        <p:nvPicPr>
          <p:cNvPr id="52" name="SK-11-img-26" descr="preencoded.png">
            <a:extLst>
              <a:ext uri="{FF2B5EF4-FFF2-40B4-BE49-F238E27FC236}">
                <a16:creationId xmlns:a16="http://schemas.microsoft.com/office/drawing/2014/main" id="{862FC5CE-186B-B7FB-6BE2-6B838D20664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5252" y="5233392"/>
            <a:ext cx="628799" cy="19050"/>
          </a:xfrm>
          <a:prstGeom prst="rect">
            <a:avLst/>
          </a:prstGeom>
        </p:spPr>
      </p:pic>
      <p:pic>
        <p:nvPicPr>
          <p:cNvPr id="54" name="SK-11-img-27" descr="preencoded.png">
            <a:extLst>
              <a:ext uri="{FF2B5EF4-FFF2-40B4-BE49-F238E27FC236}">
                <a16:creationId xmlns:a16="http://schemas.microsoft.com/office/drawing/2014/main" id="{A3D87E83-DEFB-2218-3853-85FA9EC428E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34551" y="5073848"/>
            <a:ext cx="304800" cy="304800"/>
          </a:xfrm>
          <a:prstGeom prst="rect">
            <a:avLst/>
          </a:prstGeom>
        </p:spPr>
      </p:pic>
      <p:pic>
        <p:nvPicPr>
          <p:cNvPr id="56" name="SK-11-img-28" descr="preencoded.png">
            <a:extLst>
              <a:ext uri="{FF2B5EF4-FFF2-40B4-BE49-F238E27FC236}">
                <a16:creationId xmlns:a16="http://schemas.microsoft.com/office/drawing/2014/main" id="{BC08EE1C-7091-65E1-F551-DEE9E36EB85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03607" y="5157639"/>
            <a:ext cx="166688" cy="137220"/>
          </a:xfrm>
          <a:prstGeom prst="rect">
            <a:avLst/>
          </a:prstGeom>
        </p:spPr>
      </p:pic>
      <p:sp>
        <p:nvSpPr>
          <p:cNvPr id="58" name="SK-11-text-30">
            <a:extLst>
              <a:ext uri="{FF2B5EF4-FFF2-40B4-BE49-F238E27FC236}">
                <a16:creationId xmlns:a16="http://schemas.microsoft.com/office/drawing/2014/main" id="{7FDD56E0-48FE-5F9E-6E34-4729E0045983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60" name="SK-11-text-31">
            <a:extLst>
              <a:ext uri="{FF2B5EF4-FFF2-40B4-BE49-F238E27FC236}">
                <a16:creationId xmlns:a16="http://schemas.microsoft.com/office/drawing/2014/main" id="{57E7A85C-B793-023A-5B3B-77F89AE2E066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Formulaires et validation des données — CP3</a:t>
            </a:r>
            <a:endParaRPr lang="en-US" sz="2400" dirty="0"/>
          </a:p>
        </p:txBody>
      </p:sp>
      <p:sp>
        <p:nvSpPr>
          <p:cNvPr id="76" name="SK-11-text-39">
            <a:extLst>
              <a:ext uri="{FF2B5EF4-FFF2-40B4-BE49-F238E27FC236}">
                <a16:creationId xmlns:a16="http://schemas.microsoft.com/office/drawing/2014/main" id="{D1B1F09F-F477-5B0B-B20B-13848BA765DA}"/>
              </a:ext>
            </a:extLst>
          </p:cNvPr>
          <p:cNvSpPr/>
          <p:nvPr/>
        </p:nvSpPr>
        <p:spPr>
          <a:xfrm>
            <a:off x="1255217" y="4035181"/>
            <a:ext cx="384333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</a:rPr>
              <a:t>Champs obligatoires</a:t>
            </a:r>
            <a:endParaRPr lang="en-US" sz="1275" dirty="0"/>
          </a:p>
        </p:txBody>
      </p:sp>
      <p:sp>
        <p:nvSpPr>
          <p:cNvPr id="78" name="SK-11-text-40">
            <a:extLst>
              <a:ext uri="{FF2B5EF4-FFF2-40B4-BE49-F238E27FC236}">
                <a16:creationId xmlns:a16="http://schemas.microsoft.com/office/drawing/2014/main" id="{4993E4A4-C184-8ECA-F9C2-9CA1268E31B1}"/>
              </a:ext>
            </a:extLst>
          </p:cNvPr>
          <p:cNvSpPr/>
          <p:nvPr/>
        </p:nvSpPr>
        <p:spPr>
          <a:xfrm>
            <a:off x="1255217" y="4278069"/>
            <a:ext cx="473481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 err="1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Attributs</a:t>
            </a:r>
            <a:r>
              <a:rPr lang="en-US" sz="105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'required' pour éviter les oublis.</a:t>
            </a:r>
            <a:endParaRPr lang="en-US" sz="1050" dirty="0"/>
          </a:p>
        </p:txBody>
      </p:sp>
      <p:sp>
        <p:nvSpPr>
          <p:cNvPr id="80" name="SK-11-text-41">
            <a:extLst>
              <a:ext uri="{FF2B5EF4-FFF2-40B4-BE49-F238E27FC236}">
                <a16:creationId xmlns:a16="http://schemas.microsoft.com/office/drawing/2014/main" id="{CD58E3C6-FF8C-5339-22A5-EE0CE34B6D78}"/>
              </a:ext>
            </a:extLst>
          </p:cNvPr>
          <p:cNvSpPr/>
          <p:nvPr/>
        </p:nvSpPr>
        <p:spPr>
          <a:xfrm>
            <a:off x="1237340" y="4799782"/>
            <a:ext cx="474440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</a:rPr>
              <a:t>Types de données adaptés</a:t>
            </a:r>
            <a:endParaRPr lang="en-US" sz="1275" dirty="0"/>
          </a:p>
        </p:txBody>
      </p:sp>
      <p:sp>
        <p:nvSpPr>
          <p:cNvPr id="82" name="SK-11-text-42">
            <a:extLst>
              <a:ext uri="{FF2B5EF4-FFF2-40B4-BE49-F238E27FC236}">
                <a16:creationId xmlns:a16="http://schemas.microsoft.com/office/drawing/2014/main" id="{AF15E989-095C-5D05-08C9-CC8870EF7752}"/>
              </a:ext>
            </a:extLst>
          </p:cNvPr>
          <p:cNvSpPr/>
          <p:nvPr/>
        </p:nvSpPr>
        <p:spPr>
          <a:xfrm>
            <a:off x="1237340" y="5042669"/>
            <a:ext cx="4399086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des types HTML5 (number, date, email) pour guider la saisie.</a:t>
            </a:r>
            <a:endParaRPr lang="en-US" sz="1050" dirty="0"/>
          </a:p>
        </p:txBody>
      </p:sp>
      <p:sp>
        <p:nvSpPr>
          <p:cNvPr id="84" name="SK-11-text-43">
            <a:extLst>
              <a:ext uri="{FF2B5EF4-FFF2-40B4-BE49-F238E27FC236}">
                <a16:creationId xmlns:a16="http://schemas.microsoft.com/office/drawing/2014/main" id="{7E81B7A6-B2F2-6854-9276-6CE797749817}"/>
              </a:ext>
            </a:extLst>
          </p:cNvPr>
          <p:cNvSpPr/>
          <p:nvPr/>
        </p:nvSpPr>
        <p:spPr>
          <a:xfrm>
            <a:off x="1237340" y="5561573"/>
            <a:ext cx="4107656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</a:rPr>
              <a:t>Saisie guidée</a:t>
            </a:r>
            <a:endParaRPr lang="en-US" sz="1275" dirty="0"/>
          </a:p>
        </p:txBody>
      </p:sp>
      <p:sp>
        <p:nvSpPr>
          <p:cNvPr id="86" name="SK-11-text-44">
            <a:extLst>
              <a:ext uri="{FF2B5EF4-FFF2-40B4-BE49-F238E27FC236}">
                <a16:creationId xmlns:a16="http://schemas.microsoft.com/office/drawing/2014/main" id="{B668C1AA-D846-9418-FD23-6CEA8DEEE7FB}"/>
              </a:ext>
            </a:extLst>
          </p:cNvPr>
          <p:cNvSpPr/>
          <p:nvPr/>
        </p:nvSpPr>
        <p:spPr>
          <a:xfrm>
            <a:off x="1237340" y="5804461"/>
            <a:ext cx="4026694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Libellés clairs et placeholders explicites pour une expérience fluide.</a:t>
            </a:r>
            <a:endParaRPr lang="en-US" sz="1050" dirty="0"/>
          </a:p>
        </p:txBody>
      </p:sp>
      <p:sp>
        <p:nvSpPr>
          <p:cNvPr id="88" name="SK-11-text-45">
            <a:extLst>
              <a:ext uri="{FF2B5EF4-FFF2-40B4-BE49-F238E27FC236}">
                <a16:creationId xmlns:a16="http://schemas.microsoft.com/office/drawing/2014/main" id="{0F2F9C47-6A27-4ED0-421C-D4BE1878EC72}"/>
              </a:ext>
            </a:extLst>
          </p:cNvPr>
          <p:cNvSpPr/>
          <p:nvPr/>
        </p:nvSpPr>
        <p:spPr>
          <a:xfrm>
            <a:off x="6923782" y="4599980"/>
            <a:ext cx="45443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</a:rPr>
              <a:t>CYCLE DE VALIDATION</a:t>
            </a:r>
            <a:endParaRPr lang="en-US" sz="1200" dirty="0"/>
          </a:p>
        </p:txBody>
      </p:sp>
      <p:sp>
        <p:nvSpPr>
          <p:cNvPr id="90" name="SK-11-text-46">
            <a:extLst>
              <a:ext uri="{FF2B5EF4-FFF2-40B4-BE49-F238E27FC236}">
                <a16:creationId xmlns:a16="http://schemas.microsoft.com/office/drawing/2014/main" id="{72A3705F-7AC8-B0FD-CA6D-0723A248F0A3}"/>
              </a:ext>
            </a:extLst>
          </p:cNvPr>
          <p:cNvSpPr/>
          <p:nvPr/>
        </p:nvSpPr>
        <p:spPr>
          <a:xfrm>
            <a:off x="6933307" y="5454848"/>
            <a:ext cx="6858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Utilisateur</a:t>
            </a:r>
            <a:endParaRPr lang="en-US" sz="975" dirty="0"/>
          </a:p>
        </p:txBody>
      </p:sp>
      <p:sp>
        <p:nvSpPr>
          <p:cNvPr id="92" name="SK-11-text-47">
            <a:extLst>
              <a:ext uri="{FF2B5EF4-FFF2-40B4-BE49-F238E27FC236}">
                <a16:creationId xmlns:a16="http://schemas.microsoft.com/office/drawing/2014/main" id="{96F40A17-F4C0-551D-8EA7-CE455ACDE920}"/>
              </a:ext>
            </a:extLst>
          </p:cNvPr>
          <p:cNvSpPr/>
          <p:nvPr/>
        </p:nvSpPr>
        <p:spPr>
          <a:xfrm>
            <a:off x="8181380" y="5454848"/>
            <a:ext cx="714375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Formulaire</a:t>
            </a:r>
            <a:endParaRPr lang="en-US" sz="975" dirty="0"/>
          </a:p>
        </p:txBody>
      </p:sp>
      <p:sp>
        <p:nvSpPr>
          <p:cNvPr id="94" name="SK-11-text-48">
            <a:extLst>
              <a:ext uri="{FF2B5EF4-FFF2-40B4-BE49-F238E27FC236}">
                <a16:creationId xmlns:a16="http://schemas.microsoft.com/office/drawing/2014/main" id="{FF5BFA82-36A8-A74B-343F-7AC5A46219E0}"/>
              </a:ext>
            </a:extLst>
          </p:cNvPr>
          <p:cNvSpPr/>
          <p:nvPr/>
        </p:nvSpPr>
        <p:spPr>
          <a:xfrm>
            <a:off x="9486454" y="5361980"/>
            <a:ext cx="628799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HTML</a:t>
            </a:r>
            <a:endParaRPr lang="en-US" sz="975" dirty="0"/>
          </a:p>
        </p:txBody>
      </p:sp>
      <p:sp>
        <p:nvSpPr>
          <p:cNvPr id="96" name="SK-11-text-49">
            <a:extLst>
              <a:ext uri="{FF2B5EF4-FFF2-40B4-BE49-F238E27FC236}">
                <a16:creationId xmlns:a16="http://schemas.microsoft.com/office/drawing/2014/main" id="{350EB13E-8DC0-D4F6-A887-3C8041FE7716}"/>
              </a:ext>
            </a:extLst>
          </p:cNvPr>
          <p:cNvSpPr/>
          <p:nvPr/>
        </p:nvSpPr>
        <p:spPr>
          <a:xfrm>
            <a:off x="10705951" y="5454848"/>
            <a:ext cx="7620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Soumission</a:t>
            </a:r>
            <a:endParaRPr lang="en-US" sz="975" dirty="0"/>
          </a:p>
        </p:txBody>
      </p:sp>
      <p:pic>
        <p:nvPicPr>
          <p:cNvPr id="98" name="Image 97">
            <a:extLst>
              <a:ext uri="{FF2B5EF4-FFF2-40B4-BE49-F238E27FC236}">
                <a16:creationId xmlns:a16="http://schemas.microsoft.com/office/drawing/2014/main" id="{55F233DC-56B3-A9A7-4CBC-BBDE1F0B57F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3913" y="1143377"/>
            <a:ext cx="6434455" cy="2700020"/>
          </a:xfrm>
          <a:prstGeom prst="rect">
            <a:avLst/>
          </a:prstGeom>
        </p:spPr>
      </p:pic>
      <p:pic>
        <p:nvPicPr>
          <p:cNvPr id="100" name="Image 99">
            <a:extLst>
              <a:ext uri="{FF2B5EF4-FFF2-40B4-BE49-F238E27FC236}">
                <a16:creationId xmlns:a16="http://schemas.microsoft.com/office/drawing/2014/main" id="{7983574E-5EE1-14C3-3E2C-4832A1FA66D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95643" y="500320"/>
            <a:ext cx="3891196" cy="373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06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194074-D8FB-D205-E00E-798FF3A1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C12F63-CBF1-C3E3-27B1-94655799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06428B-5726-185D-EA75-584EE392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12</a:t>
            </a:fld>
            <a:endParaRPr lang="fr-FR"/>
          </a:p>
        </p:txBody>
      </p:sp>
      <p:pic>
        <p:nvPicPr>
          <p:cNvPr id="6" name="SK-12-img-3" descr="preencoded.png">
            <a:extLst>
              <a:ext uri="{FF2B5EF4-FFF2-40B4-BE49-F238E27FC236}">
                <a16:creationId xmlns:a16="http://schemas.microsoft.com/office/drawing/2014/main" id="{99226DA2-D6E4-24FD-634D-9C3E8DC5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12-img-4" descr="preencoded.png">
            <a:extLst>
              <a:ext uri="{FF2B5EF4-FFF2-40B4-BE49-F238E27FC236}">
                <a16:creationId xmlns:a16="http://schemas.microsoft.com/office/drawing/2014/main" id="{F5145CEA-3F7F-1542-2E36-27D1D66BD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1496"/>
            <a:ext cx="6446490" cy="906661"/>
          </a:xfrm>
          <a:prstGeom prst="rect">
            <a:avLst/>
          </a:prstGeom>
        </p:spPr>
      </p:pic>
      <p:pic>
        <p:nvPicPr>
          <p:cNvPr id="10" name="SK-12-img-5" descr="preencoded.png">
            <a:extLst>
              <a:ext uri="{FF2B5EF4-FFF2-40B4-BE49-F238E27FC236}">
                <a16:creationId xmlns:a16="http://schemas.microsoft.com/office/drawing/2014/main" id="{D4BA6D85-822E-67D5-063B-074AE1CA3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516261"/>
            <a:ext cx="190500" cy="152400"/>
          </a:xfrm>
          <a:prstGeom prst="rect">
            <a:avLst/>
          </a:prstGeom>
        </p:spPr>
      </p:pic>
      <p:pic>
        <p:nvPicPr>
          <p:cNvPr id="12" name="SK-12-img-6" descr="preencoded.png">
            <a:extLst>
              <a:ext uri="{FF2B5EF4-FFF2-40B4-BE49-F238E27FC236}">
                <a16:creationId xmlns:a16="http://schemas.microsoft.com/office/drawing/2014/main" id="{D0BBEC48-1F0F-FC94-FB57-794FE0B08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0162" y="1617166"/>
            <a:ext cx="214313" cy="175320"/>
          </a:xfrm>
          <a:prstGeom prst="rect">
            <a:avLst/>
          </a:prstGeom>
        </p:spPr>
      </p:pic>
      <p:pic>
        <p:nvPicPr>
          <p:cNvPr id="14" name="SK-12-img-7" descr="preencoded.png">
            <a:extLst>
              <a:ext uri="{FF2B5EF4-FFF2-40B4-BE49-F238E27FC236}">
                <a16:creationId xmlns:a16="http://schemas.microsoft.com/office/drawing/2014/main" id="{76E762CA-D62D-C9C8-6271-9811D31E3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1136" y="1516261"/>
            <a:ext cx="190500" cy="152400"/>
          </a:xfrm>
          <a:prstGeom prst="rect">
            <a:avLst/>
          </a:prstGeom>
        </p:spPr>
      </p:pic>
      <p:pic>
        <p:nvPicPr>
          <p:cNvPr id="16" name="SK-12-img-8" descr="preencoded.png">
            <a:extLst>
              <a:ext uri="{FF2B5EF4-FFF2-40B4-BE49-F238E27FC236}">
                <a16:creationId xmlns:a16="http://schemas.microsoft.com/office/drawing/2014/main" id="{29928B5C-106A-32F1-A3C0-33D2F3299A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298" y="1617166"/>
            <a:ext cx="214313" cy="175320"/>
          </a:xfrm>
          <a:prstGeom prst="rect">
            <a:avLst/>
          </a:prstGeom>
        </p:spPr>
      </p:pic>
      <p:pic>
        <p:nvPicPr>
          <p:cNvPr id="18" name="SK-12-img-9" descr="preencoded.png">
            <a:extLst>
              <a:ext uri="{FF2B5EF4-FFF2-40B4-BE49-F238E27FC236}">
                <a16:creationId xmlns:a16="http://schemas.microsoft.com/office/drawing/2014/main" id="{B35B4B8B-45F7-1E4F-33C8-FD2CC852F6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9272" y="1516261"/>
            <a:ext cx="190500" cy="152400"/>
          </a:xfrm>
          <a:prstGeom prst="rect">
            <a:avLst/>
          </a:prstGeom>
        </p:spPr>
      </p:pic>
      <p:pic>
        <p:nvPicPr>
          <p:cNvPr id="20" name="SK-12-img-10" descr="preencoded.png">
            <a:extLst>
              <a:ext uri="{FF2B5EF4-FFF2-40B4-BE49-F238E27FC236}">
                <a16:creationId xmlns:a16="http://schemas.microsoft.com/office/drawing/2014/main" id="{4E72D063-40E7-952F-F1D3-7F727A3127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6434" y="1617166"/>
            <a:ext cx="214313" cy="175320"/>
          </a:xfrm>
          <a:prstGeom prst="rect">
            <a:avLst/>
          </a:prstGeom>
        </p:spPr>
      </p:pic>
      <p:pic>
        <p:nvPicPr>
          <p:cNvPr id="22" name="SK-12-img-11" descr="preencoded.png">
            <a:extLst>
              <a:ext uri="{FF2B5EF4-FFF2-40B4-BE49-F238E27FC236}">
                <a16:creationId xmlns:a16="http://schemas.microsoft.com/office/drawing/2014/main" id="{1E532C32-EEF7-B759-9F1F-BAC83C99A6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7408" y="1516261"/>
            <a:ext cx="190500" cy="152400"/>
          </a:xfrm>
          <a:prstGeom prst="rect">
            <a:avLst/>
          </a:prstGeom>
        </p:spPr>
      </p:pic>
      <p:pic>
        <p:nvPicPr>
          <p:cNvPr id="24" name="SK-12-img-12" descr="preencoded.png">
            <a:extLst>
              <a:ext uri="{FF2B5EF4-FFF2-40B4-BE49-F238E27FC236}">
                <a16:creationId xmlns:a16="http://schemas.microsoft.com/office/drawing/2014/main" id="{C9262544-105F-E5E3-90FE-3D7975FC1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4570" y="1617166"/>
            <a:ext cx="214313" cy="175320"/>
          </a:xfrm>
          <a:prstGeom prst="rect">
            <a:avLst/>
          </a:prstGeom>
        </p:spPr>
      </p:pic>
      <p:pic>
        <p:nvPicPr>
          <p:cNvPr id="26" name="SK-12-img-13" descr="preencoded.png">
            <a:extLst>
              <a:ext uri="{FF2B5EF4-FFF2-40B4-BE49-F238E27FC236}">
                <a16:creationId xmlns:a16="http://schemas.microsoft.com/office/drawing/2014/main" id="{E97C1C4A-CDF9-DE2E-9E94-02F01DD39D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5544" y="1441996"/>
            <a:ext cx="190500" cy="152400"/>
          </a:xfrm>
          <a:prstGeom prst="rect">
            <a:avLst/>
          </a:prstGeom>
        </p:spPr>
      </p:pic>
      <p:pic>
        <p:nvPicPr>
          <p:cNvPr id="28" name="SK-12-img-14" descr="preencoded.png">
            <a:extLst>
              <a:ext uri="{FF2B5EF4-FFF2-40B4-BE49-F238E27FC236}">
                <a16:creationId xmlns:a16="http://schemas.microsoft.com/office/drawing/2014/main" id="{E6A7B7DC-54AF-F5B1-C89D-707ACBDF3E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401" y="2211586"/>
            <a:ext cx="3146971" cy="1042243"/>
          </a:xfrm>
          <a:prstGeom prst="rect">
            <a:avLst/>
          </a:prstGeom>
        </p:spPr>
      </p:pic>
      <p:pic>
        <p:nvPicPr>
          <p:cNvPr id="30" name="SK-12-img-15" descr="preencoded.png">
            <a:extLst>
              <a:ext uri="{FF2B5EF4-FFF2-40B4-BE49-F238E27FC236}">
                <a16:creationId xmlns:a16="http://schemas.microsoft.com/office/drawing/2014/main" id="{1FD4E4D7-5557-1E2C-0E0E-8EB5ECF189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801" y="2301924"/>
            <a:ext cx="304800" cy="304800"/>
          </a:xfrm>
          <a:prstGeom prst="rect">
            <a:avLst/>
          </a:prstGeom>
        </p:spPr>
      </p:pic>
      <p:pic>
        <p:nvPicPr>
          <p:cNvPr id="32" name="SK-12-img-16" descr="preencoded.png">
            <a:extLst>
              <a:ext uri="{FF2B5EF4-FFF2-40B4-BE49-F238E27FC236}">
                <a16:creationId xmlns:a16="http://schemas.microsoft.com/office/drawing/2014/main" id="{9809C225-70CB-E035-71DE-170B8C1487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57" y="2385714"/>
            <a:ext cx="166688" cy="137220"/>
          </a:xfrm>
          <a:prstGeom prst="rect">
            <a:avLst/>
          </a:prstGeom>
        </p:spPr>
      </p:pic>
      <p:pic>
        <p:nvPicPr>
          <p:cNvPr id="34" name="SK-12-img-17" descr="preencoded.png">
            <a:extLst>
              <a:ext uri="{FF2B5EF4-FFF2-40B4-BE49-F238E27FC236}">
                <a16:creationId xmlns:a16="http://schemas.microsoft.com/office/drawing/2014/main" id="{AA2B5110-93E0-8788-BE32-9651F4EB78F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9772" y="2211587"/>
            <a:ext cx="3147120" cy="1027360"/>
          </a:xfrm>
          <a:prstGeom prst="rect">
            <a:avLst/>
          </a:prstGeom>
        </p:spPr>
      </p:pic>
      <p:pic>
        <p:nvPicPr>
          <p:cNvPr id="36" name="SK-12-img-18" descr="preencoded.png">
            <a:extLst>
              <a:ext uri="{FF2B5EF4-FFF2-40B4-BE49-F238E27FC236}">
                <a16:creationId xmlns:a16="http://schemas.microsoft.com/office/drawing/2014/main" id="{B65C37E5-CE92-E166-7649-035CAF93559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42172" y="2303660"/>
            <a:ext cx="304800" cy="304800"/>
          </a:xfrm>
          <a:prstGeom prst="rect">
            <a:avLst/>
          </a:prstGeom>
        </p:spPr>
      </p:pic>
      <p:pic>
        <p:nvPicPr>
          <p:cNvPr id="38" name="SK-12-img-19" descr="preencoded.png">
            <a:extLst>
              <a:ext uri="{FF2B5EF4-FFF2-40B4-BE49-F238E27FC236}">
                <a16:creationId xmlns:a16="http://schemas.microsoft.com/office/drawing/2014/main" id="{577F0C5C-4AB7-D7A1-9E8D-0EF8944E56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1228" y="2387450"/>
            <a:ext cx="166688" cy="137220"/>
          </a:xfrm>
          <a:prstGeom prst="rect">
            <a:avLst/>
          </a:prstGeom>
        </p:spPr>
      </p:pic>
      <p:pic>
        <p:nvPicPr>
          <p:cNvPr id="40" name="SK-12-img-20" descr="preencoded.png">
            <a:extLst>
              <a:ext uri="{FF2B5EF4-FFF2-40B4-BE49-F238E27FC236}">
                <a16:creationId xmlns:a16="http://schemas.microsoft.com/office/drawing/2014/main" id="{5A0213F7-3012-6EE1-ADE6-E8CBC6B372E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0401" y="3344167"/>
            <a:ext cx="3146971" cy="1042243"/>
          </a:xfrm>
          <a:prstGeom prst="rect">
            <a:avLst/>
          </a:prstGeom>
        </p:spPr>
      </p:pic>
      <p:pic>
        <p:nvPicPr>
          <p:cNvPr id="42" name="SK-12-img-21" descr="preencoded.png">
            <a:extLst>
              <a:ext uri="{FF2B5EF4-FFF2-40B4-BE49-F238E27FC236}">
                <a16:creationId xmlns:a16="http://schemas.microsoft.com/office/drawing/2014/main" id="{F16C4E8C-F662-2237-CFD9-E51B61870C8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0901" y="3450530"/>
            <a:ext cx="304800" cy="304800"/>
          </a:xfrm>
          <a:prstGeom prst="rect">
            <a:avLst/>
          </a:prstGeom>
        </p:spPr>
      </p:pic>
      <p:pic>
        <p:nvPicPr>
          <p:cNvPr id="44" name="SK-12-img-22" descr="preencoded.png">
            <a:extLst>
              <a:ext uri="{FF2B5EF4-FFF2-40B4-BE49-F238E27FC236}">
                <a16:creationId xmlns:a16="http://schemas.microsoft.com/office/drawing/2014/main" id="{1B5031E2-DEED-E177-B6FD-338C73A193D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9957" y="3534320"/>
            <a:ext cx="166688" cy="137220"/>
          </a:xfrm>
          <a:prstGeom prst="rect">
            <a:avLst/>
          </a:prstGeom>
        </p:spPr>
      </p:pic>
      <p:pic>
        <p:nvPicPr>
          <p:cNvPr id="46" name="SK-12-img-23" descr="preencoded.png">
            <a:extLst>
              <a:ext uri="{FF2B5EF4-FFF2-40B4-BE49-F238E27FC236}">
                <a16:creationId xmlns:a16="http://schemas.microsoft.com/office/drawing/2014/main" id="{942FC5B9-764A-0DC7-D89F-75304167124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89772" y="3344167"/>
            <a:ext cx="3147120" cy="1042243"/>
          </a:xfrm>
          <a:prstGeom prst="rect">
            <a:avLst/>
          </a:prstGeom>
        </p:spPr>
      </p:pic>
      <p:pic>
        <p:nvPicPr>
          <p:cNvPr id="48" name="SK-12-img-24" descr="preencoded.png">
            <a:extLst>
              <a:ext uri="{FF2B5EF4-FFF2-40B4-BE49-F238E27FC236}">
                <a16:creationId xmlns:a16="http://schemas.microsoft.com/office/drawing/2014/main" id="{F0A87D54-FDEE-68F2-3060-58FCE636AB7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42172" y="3450530"/>
            <a:ext cx="304800" cy="304800"/>
          </a:xfrm>
          <a:prstGeom prst="rect">
            <a:avLst/>
          </a:prstGeom>
        </p:spPr>
      </p:pic>
      <p:pic>
        <p:nvPicPr>
          <p:cNvPr id="50" name="SK-12-img-25" descr="preencoded.png">
            <a:extLst>
              <a:ext uri="{FF2B5EF4-FFF2-40B4-BE49-F238E27FC236}">
                <a16:creationId xmlns:a16="http://schemas.microsoft.com/office/drawing/2014/main" id="{053F0494-C5D6-78BD-84EA-6883E87762A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11228" y="3534320"/>
            <a:ext cx="166688" cy="137220"/>
          </a:xfrm>
          <a:prstGeom prst="rect">
            <a:avLst/>
          </a:prstGeom>
        </p:spPr>
      </p:pic>
      <p:sp>
        <p:nvSpPr>
          <p:cNvPr id="60" name="SK-12-text-31">
            <a:extLst>
              <a:ext uri="{FF2B5EF4-FFF2-40B4-BE49-F238E27FC236}">
                <a16:creationId xmlns:a16="http://schemas.microsoft.com/office/drawing/2014/main" id="{61D6B057-CF9B-3A47-F62F-838DCF67FCBA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62" name="SK-12-text-32">
            <a:extLst>
              <a:ext uri="{FF2B5EF4-FFF2-40B4-BE49-F238E27FC236}">
                <a16:creationId xmlns:a16="http://schemas.microsoft.com/office/drawing/2014/main" id="{C0462E2A-3731-736C-5FFF-4050FD358906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Interfaces utilisateur dynamiques — CP4</a:t>
            </a:r>
            <a:endParaRPr lang="en-US" sz="2400" dirty="0"/>
          </a:p>
        </p:txBody>
      </p:sp>
      <p:sp>
        <p:nvSpPr>
          <p:cNvPr id="64" name="SK-12-text-33">
            <a:extLst>
              <a:ext uri="{FF2B5EF4-FFF2-40B4-BE49-F238E27FC236}">
                <a16:creationId xmlns:a16="http://schemas.microsoft.com/office/drawing/2014/main" id="{206CC60C-42A6-C726-1EC8-BA93860F43FE}"/>
              </a:ext>
            </a:extLst>
          </p:cNvPr>
          <p:cNvSpPr/>
          <p:nvPr/>
        </p:nvSpPr>
        <p:spPr>
          <a:xfrm>
            <a:off x="895350" y="1744861"/>
            <a:ext cx="685800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Utilisateur</a:t>
            </a:r>
            <a:endParaRPr lang="en-US" sz="975" dirty="0"/>
          </a:p>
        </p:txBody>
      </p:sp>
      <p:sp>
        <p:nvSpPr>
          <p:cNvPr id="66" name="SK-12-text-34">
            <a:extLst>
              <a:ext uri="{FF2B5EF4-FFF2-40B4-BE49-F238E27FC236}">
                <a16:creationId xmlns:a16="http://schemas.microsoft.com/office/drawing/2014/main" id="{71E80E7C-C11D-C91F-D101-EDC976853569}"/>
              </a:ext>
            </a:extLst>
          </p:cNvPr>
          <p:cNvSpPr/>
          <p:nvPr/>
        </p:nvSpPr>
        <p:spPr>
          <a:xfrm>
            <a:off x="2159198" y="1744861"/>
            <a:ext cx="714375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endParaRPr lang="en-US" sz="975" dirty="0"/>
          </a:p>
        </p:txBody>
      </p:sp>
      <p:sp>
        <p:nvSpPr>
          <p:cNvPr id="68" name="SK-12-text-35">
            <a:extLst>
              <a:ext uri="{FF2B5EF4-FFF2-40B4-BE49-F238E27FC236}">
                <a16:creationId xmlns:a16="http://schemas.microsoft.com/office/drawing/2014/main" id="{AE943DE3-8B5A-978C-42AE-C681D340BE12}"/>
              </a:ext>
            </a:extLst>
          </p:cNvPr>
          <p:cNvSpPr/>
          <p:nvPr/>
        </p:nvSpPr>
        <p:spPr>
          <a:xfrm>
            <a:off x="3427809" y="1744861"/>
            <a:ext cx="733425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/ API</a:t>
            </a:r>
            <a:endParaRPr lang="en-US" sz="975" dirty="0"/>
          </a:p>
        </p:txBody>
      </p:sp>
      <p:sp>
        <p:nvSpPr>
          <p:cNvPr id="70" name="SK-12-text-36">
            <a:extLst>
              <a:ext uri="{FF2B5EF4-FFF2-40B4-BE49-F238E27FC236}">
                <a16:creationId xmlns:a16="http://schemas.microsoft.com/office/drawing/2014/main" id="{18F999CB-DAD9-1320-8B12-A19E723876D7}"/>
              </a:ext>
            </a:extLst>
          </p:cNvPr>
          <p:cNvSpPr/>
          <p:nvPr/>
        </p:nvSpPr>
        <p:spPr>
          <a:xfrm>
            <a:off x="4586883" y="1744861"/>
            <a:ext cx="971550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Réponse JSON</a:t>
            </a:r>
            <a:endParaRPr lang="en-US" sz="975" dirty="0"/>
          </a:p>
        </p:txBody>
      </p:sp>
      <p:sp>
        <p:nvSpPr>
          <p:cNvPr id="72" name="SK-12-text-37">
            <a:extLst>
              <a:ext uri="{FF2B5EF4-FFF2-40B4-BE49-F238E27FC236}">
                <a16:creationId xmlns:a16="http://schemas.microsoft.com/office/drawing/2014/main" id="{2AACBA47-377C-EA2F-3E4D-32D7FE432750}"/>
              </a:ext>
            </a:extLst>
          </p:cNvPr>
          <p:cNvSpPr/>
          <p:nvPr/>
        </p:nvSpPr>
        <p:spPr>
          <a:xfrm>
            <a:off x="5874544" y="1670596"/>
            <a:ext cx="95250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jour DOM</a:t>
            </a:r>
            <a:endParaRPr lang="en-US" sz="975" dirty="0"/>
          </a:p>
        </p:txBody>
      </p:sp>
      <p:sp>
        <p:nvSpPr>
          <p:cNvPr id="74" name="SK-12-text-38">
            <a:extLst>
              <a:ext uri="{FF2B5EF4-FFF2-40B4-BE49-F238E27FC236}">
                <a16:creationId xmlns:a16="http://schemas.microsoft.com/office/drawing/2014/main" id="{D5C20BEC-1A88-D6DC-F306-221CD9D3C654}"/>
              </a:ext>
            </a:extLst>
          </p:cNvPr>
          <p:cNvSpPr/>
          <p:nvPr/>
        </p:nvSpPr>
        <p:spPr>
          <a:xfrm>
            <a:off x="1142851" y="2340024"/>
            <a:ext cx="3368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Action utilisateur</a:t>
            </a:r>
            <a:endParaRPr lang="en-US" sz="1200" dirty="0"/>
          </a:p>
        </p:txBody>
      </p:sp>
      <p:sp>
        <p:nvSpPr>
          <p:cNvPr id="76" name="SK-12-text-39">
            <a:extLst>
              <a:ext uri="{FF2B5EF4-FFF2-40B4-BE49-F238E27FC236}">
                <a16:creationId xmlns:a16="http://schemas.microsoft.com/office/drawing/2014/main" id="{EC332C8C-336E-6E51-4B78-DB7FC2D7634B}"/>
              </a:ext>
            </a:extLst>
          </p:cNvPr>
          <p:cNvSpPr/>
          <p:nvPr/>
        </p:nvSpPr>
        <p:spPr>
          <a:xfrm>
            <a:off x="742801" y="2638871"/>
            <a:ext cx="2842171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des événements (clic, saisie) pour déclencher la logique de mise à jour.</a:t>
            </a:r>
            <a:endParaRPr lang="en-US" sz="1125" dirty="0"/>
          </a:p>
        </p:txBody>
      </p:sp>
      <p:sp>
        <p:nvSpPr>
          <p:cNvPr id="78" name="SK-12-text-40">
            <a:extLst>
              <a:ext uri="{FF2B5EF4-FFF2-40B4-BE49-F238E27FC236}">
                <a16:creationId xmlns:a16="http://schemas.microsoft.com/office/drawing/2014/main" id="{8AE93A8D-8BBD-80DE-DDC7-D397CFC27233}"/>
              </a:ext>
            </a:extLst>
          </p:cNvPr>
          <p:cNvSpPr/>
          <p:nvPr/>
        </p:nvSpPr>
        <p:spPr>
          <a:xfrm>
            <a:off x="4442222" y="2341760"/>
            <a:ext cx="2087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Requête API</a:t>
            </a:r>
            <a:endParaRPr lang="en-US" sz="1200" dirty="0"/>
          </a:p>
        </p:txBody>
      </p:sp>
      <p:sp>
        <p:nvSpPr>
          <p:cNvPr id="80" name="SK-12-text-41">
            <a:extLst>
              <a:ext uri="{FF2B5EF4-FFF2-40B4-BE49-F238E27FC236}">
                <a16:creationId xmlns:a16="http://schemas.microsoft.com/office/drawing/2014/main" id="{F04D0946-12A8-2A13-4085-10267CB38B23}"/>
              </a:ext>
            </a:extLst>
          </p:cNvPr>
          <p:cNvSpPr/>
          <p:nvPr/>
        </p:nvSpPr>
        <p:spPr>
          <a:xfrm>
            <a:off x="4042172" y="2616050"/>
            <a:ext cx="284232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Appels asynchrones via l'API Fetch pour récupérer les données sans rechargement.</a:t>
            </a:r>
            <a:endParaRPr lang="en-US" sz="1125" dirty="0"/>
          </a:p>
        </p:txBody>
      </p:sp>
      <p:sp>
        <p:nvSpPr>
          <p:cNvPr id="82" name="SK-12-text-42">
            <a:extLst>
              <a:ext uri="{FF2B5EF4-FFF2-40B4-BE49-F238E27FC236}">
                <a16:creationId xmlns:a16="http://schemas.microsoft.com/office/drawing/2014/main" id="{6272D498-0B84-BEAC-CAD1-FA6F7CA760F6}"/>
              </a:ext>
            </a:extLst>
          </p:cNvPr>
          <p:cNvSpPr/>
          <p:nvPr/>
        </p:nvSpPr>
        <p:spPr>
          <a:xfrm>
            <a:off x="1180951" y="3488630"/>
            <a:ext cx="227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Réponse JSON</a:t>
            </a:r>
            <a:endParaRPr lang="en-US" sz="1200" dirty="0"/>
          </a:p>
        </p:txBody>
      </p:sp>
      <p:sp>
        <p:nvSpPr>
          <p:cNvPr id="84" name="SK-12-text-43">
            <a:extLst>
              <a:ext uri="{FF2B5EF4-FFF2-40B4-BE49-F238E27FC236}">
                <a16:creationId xmlns:a16="http://schemas.microsoft.com/office/drawing/2014/main" id="{D9C09906-A207-77B5-3F1E-F5F7242DB2C6}"/>
              </a:ext>
            </a:extLst>
          </p:cNvPr>
          <p:cNvSpPr/>
          <p:nvPr/>
        </p:nvSpPr>
        <p:spPr>
          <a:xfrm>
            <a:off x="742801" y="3763267"/>
            <a:ext cx="2842171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Traitement des données structurées renvoyées par le serveur Express/Sequelize.</a:t>
            </a:r>
            <a:endParaRPr lang="en-US" sz="1125" dirty="0"/>
          </a:p>
        </p:txBody>
      </p:sp>
      <p:sp>
        <p:nvSpPr>
          <p:cNvPr id="86" name="SK-12-text-44">
            <a:extLst>
              <a:ext uri="{FF2B5EF4-FFF2-40B4-BE49-F238E27FC236}">
                <a16:creationId xmlns:a16="http://schemas.microsoft.com/office/drawing/2014/main" id="{B30EA5A0-E676-64B5-82B2-C311E7D5139C}"/>
              </a:ext>
            </a:extLst>
          </p:cNvPr>
          <p:cNvSpPr/>
          <p:nvPr/>
        </p:nvSpPr>
        <p:spPr>
          <a:xfrm>
            <a:off x="4442222" y="3488630"/>
            <a:ext cx="3185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Actualisation DOM</a:t>
            </a:r>
            <a:endParaRPr lang="en-US" sz="1200" dirty="0"/>
          </a:p>
        </p:txBody>
      </p:sp>
      <p:sp>
        <p:nvSpPr>
          <p:cNvPr id="88" name="SK-12-text-45">
            <a:extLst>
              <a:ext uri="{FF2B5EF4-FFF2-40B4-BE49-F238E27FC236}">
                <a16:creationId xmlns:a16="http://schemas.microsoft.com/office/drawing/2014/main" id="{5AF25D96-1066-3E3A-6483-1B785984F85D}"/>
              </a:ext>
            </a:extLst>
          </p:cNvPr>
          <p:cNvSpPr/>
          <p:nvPr/>
        </p:nvSpPr>
        <p:spPr>
          <a:xfrm>
            <a:off x="4042172" y="3763267"/>
            <a:ext cx="2890272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Manipulation ciblée des éléments HTML pour refléter l'état actuel des données métier.</a:t>
            </a:r>
            <a:endParaRPr lang="en-US" sz="1125" dirty="0"/>
          </a:p>
        </p:txBody>
      </p:sp>
      <p:pic>
        <p:nvPicPr>
          <p:cNvPr id="99" name="Image 98">
            <a:extLst>
              <a:ext uri="{FF2B5EF4-FFF2-40B4-BE49-F238E27FC236}">
                <a16:creationId xmlns:a16="http://schemas.microsoft.com/office/drawing/2014/main" id="{140EB189-EC34-C108-2396-76FAEB3CA4B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83255" y="581025"/>
            <a:ext cx="3532495" cy="5677801"/>
          </a:xfrm>
          <a:prstGeom prst="rect">
            <a:avLst/>
          </a:prstGeom>
        </p:spPr>
      </p:pic>
      <p:pic>
        <p:nvPicPr>
          <p:cNvPr id="100" name="Image 99">
            <a:extLst>
              <a:ext uri="{FF2B5EF4-FFF2-40B4-BE49-F238E27FC236}">
                <a16:creationId xmlns:a16="http://schemas.microsoft.com/office/drawing/2014/main" id="{CBEBE23A-1724-4B43-818A-D0B5AED76DAE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928"/>
          <a:stretch>
            <a:fillRect/>
          </a:stretch>
        </p:blipFill>
        <p:spPr>
          <a:xfrm>
            <a:off x="590401" y="4470200"/>
            <a:ext cx="6471285" cy="191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48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5A705DD-3FB0-B63A-0037-405BE396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6401280-7EA9-01B1-231B-B4B08523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16E3DF-2DF1-9EB4-E739-9FFA7597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13</a:t>
            </a:fld>
            <a:endParaRPr lang="fr-FR"/>
          </a:p>
        </p:txBody>
      </p:sp>
      <p:pic>
        <p:nvPicPr>
          <p:cNvPr id="6" name="SK-13-img-2" descr="preencoded.png">
            <a:extLst>
              <a:ext uri="{FF2B5EF4-FFF2-40B4-BE49-F238E27FC236}">
                <a16:creationId xmlns:a16="http://schemas.microsoft.com/office/drawing/2014/main" id="{C5D38CC8-EAED-1D4A-2D4E-E16663F6F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13-img-3" descr="preencoded.png">
            <a:extLst>
              <a:ext uri="{FF2B5EF4-FFF2-40B4-BE49-F238E27FC236}">
                <a16:creationId xmlns:a16="http://schemas.microsoft.com/office/drawing/2014/main" id="{ABC67929-8653-59DC-6DEC-063BB7D6B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1496"/>
            <a:ext cx="3943149" cy="2705100"/>
          </a:xfrm>
          <a:prstGeom prst="rect">
            <a:avLst/>
          </a:prstGeom>
        </p:spPr>
      </p:pic>
      <p:pic>
        <p:nvPicPr>
          <p:cNvPr id="10" name="SK-13-img-4" descr="preencoded.png">
            <a:extLst>
              <a:ext uri="{FF2B5EF4-FFF2-40B4-BE49-F238E27FC236}">
                <a16:creationId xmlns:a16="http://schemas.microsoft.com/office/drawing/2014/main" id="{186CE6EA-155E-24AB-964A-FF54EB1A8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403896"/>
            <a:ext cx="381000" cy="381000"/>
          </a:xfrm>
          <a:prstGeom prst="rect">
            <a:avLst/>
          </a:prstGeom>
        </p:spPr>
      </p:pic>
      <p:pic>
        <p:nvPicPr>
          <p:cNvPr id="12" name="SK-13-img-5" descr="preencoded.png">
            <a:extLst>
              <a:ext uri="{FF2B5EF4-FFF2-40B4-BE49-F238E27FC236}">
                <a16:creationId xmlns:a16="http://schemas.microsoft.com/office/drawing/2014/main" id="{8501E97D-127C-E81F-5132-DB337BDB6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44" y="1506736"/>
            <a:ext cx="214313" cy="175320"/>
          </a:xfrm>
          <a:prstGeom prst="rect">
            <a:avLst/>
          </a:prstGeom>
        </p:spPr>
      </p:pic>
      <p:pic>
        <p:nvPicPr>
          <p:cNvPr id="14" name="SK-13-img-6" descr="preencoded.png">
            <a:extLst>
              <a:ext uri="{FF2B5EF4-FFF2-40B4-BE49-F238E27FC236}">
                <a16:creationId xmlns:a16="http://schemas.microsoft.com/office/drawing/2014/main" id="{83696457-4D20-DF64-AB14-04C421607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1899196"/>
            <a:ext cx="3811935" cy="114300"/>
          </a:xfrm>
          <a:prstGeom prst="rect">
            <a:avLst/>
          </a:prstGeom>
        </p:spPr>
      </p:pic>
      <p:pic>
        <p:nvPicPr>
          <p:cNvPr id="16" name="SK-13-img-7" descr="preencoded.png">
            <a:extLst>
              <a:ext uri="{FF2B5EF4-FFF2-40B4-BE49-F238E27FC236}">
                <a16:creationId xmlns:a16="http://schemas.microsoft.com/office/drawing/2014/main" id="{CDCF6A47-3B8D-8E57-B201-2E27AE0747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127796"/>
            <a:ext cx="381000" cy="381000"/>
          </a:xfrm>
          <a:prstGeom prst="rect">
            <a:avLst/>
          </a:prstGeom>
        </p:spPr>
      </p:pic>
      <p:pic>
        <p:nvPicPr>
          <p:cNvPr id="18" name="SK-13-img-8" descr="preencoded.png">
            <a:extLst>
              <a:ext uri="{FF2B5EF4-FFF2-40B4-BE49-F238E27FC236}">
                <a16:creationId xmlns:a16="http://schemas.microsoft.com/office/drawing/2014/main" id="{98E94AF8-E7FC-A3A2-F097-8BDD6BDB55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44" y="2230636"/>
            <a:ext cx="214313" cy="175320"/>
          </a:xfrm>
          <a:prstGeom prst="rect">
            <a:avLst/>
          </a:prstGeom>
        </p:spPr>
      </p:pic>
      <p:pic>
        <p:nvPicPr>
          <p:cNvPr id="20" name="SK-13-img-9" descr="preencoded.png">
            <a:extLst>
              <a:ext uri="{FF2B5EF4-FFF2-40B4-BE49-F238E27FC236}">
                <a16:creationId xmlns:a16="http://schemas.microsoft.com/office/drawing/2014/main" id="{11E58860-4131-3EF7-6CB6-EEA47E733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2623096"/>
            <a:ext cx="3811935" cy="114300"/>
          </a:xfrm>
          <a:prstGeom prst="rect">
            <a:avLst/>
          </a:prstGeom>
        </p:spPr>
      </p:pic>
      <p:pic>
        <p:nvPicPr>
          <p:cNvPr id="22" name="SK-13-img-10" descr="preencoded.png">
            <a:extLst>
              <a:ext uri="{FF2B5EF4-FFF2-40B4-BE49-F238E27FC236}">
                <a16:creationId xmlns:a16="http://schemas.microsoft.com/office/drawing/2014/main" id="{C8DAAFC2-8912-90EA-D5C3-38F02CD8C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851696"/>
            <a:ext cx="381000" cy="381000"/>
          </a:xfrm>
          <a:prstGeom prst="rect">
            <a:avLst/>
          </a:prstGeom>
        </p:spPr>
      </p:pic>
      <p:pic>
        <p:nvPicPr>
          <p:cNvPr id="24" name="SK-13-img-11" descr="preencoded.png">
            <a:extLst>
              <a:ext uri="{FF2B5EF4-FFF2-40B4-BE49-F238E27FC236}">
                <a16:creationId xmlns:a16="http://schemas.microsoft.com/office/drawing/2014/main" id="{02138CA1-2377-024D-D095-0F9E416878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244" y="2954536"/>
            <a:ext cx="214313" cy="175320"/>
          </a:xfrm>
          <a:prstGeom prst="rect">
            <a:avLst/>
          </a:prstGeom>
        </p:spPr>
      </p:pic>
      <p:pic>
        <p:nvPicPr>
          <p:cNvPr id="26" name="SK-13-img-12" descr="preencoded.png">
            <a:extLst>
              <a:ext uri="{FF2B5EF4-FFF2-40B4-BE49-F238E27FC236}">
                <a16:creationId xmlns:a16="http://schemas.microsoft.com/office/drawing/2014/main" id="{1B262E76-5902-3338-13BC-66A433585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3346996"/>
            <a:ext cx="3811935" cy="114300"/>
          </a:xfrm>
          <a:prstGeom prst="rect">
            <a:avLst/>
          </a:prstGeom>
        </p:spPr>
      </p:pic>
      <p:pic>
        <p:nvPicPr>
          <p:cNvPr id="28" name="SK-13-img-13" descr="preencoded.png">
            <a:extLst>
              <a:ext uri="{FF2B5EF4-FFF2-40B4-BE49-F238E27FC236}">
                <a16:creationId xmlns:a16="http://schemas.microsoft.com/office/drawing/2014/main" id="{9618E2A6-3835-C119-9DE7-AAA15B8F53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575596"/>
            <a:ext cx="381000" cy="381000"/>
          </a:xfrm>
          <a:prstGeom prst="rect">
            <a:avLst/>
          </a:prstGeom>
        </p:spPr>
      </p:pic>
      <p:pic>
        <p:nvPicPr>
          <p:cNvPr id="30" name="SK-13-img-14" descr="preencoded.png">
            <a:extLst>
              <a:ext uri="{FF2B5EF4-FFF2-40B4-BE49-F238E27FC236}">
                <a16:creationId xmlns:a16="http://schemas.microsoft.com/office/drawing/2014/main" id="{7535A5E0-DE3E-F2E6-23F8-FC7FEB6B16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244" y="3678436"/>
            <a:ext cx="214313" cy="175320"/>
          </a:xfrm>
          <a:prstGeom prst="rect">
            <a:avLst/>
          </a:prstGeom>
        </p:spPr>
      </p:pic>
      <p:pic>
        <p:nvPicPr>
          <p:cNvPr id="36" name="SK-13-img-17" descr="preencoded.png">
            <a:extLst>
              <a:ext uri="{FF2B5EF4-FFF2-40B4-BE49-F238E27FC236}">
                <a16:creationId xmlns:a16="http://schemas.microsoft.com/office/drawing/2014/main" id="{C692EB78-B353-3B55-16DD-CB8AEB50FD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4010" y="1251496"/>
            <a:ext cx="3146971" cy="982861"/>
          </a:xfrm>
          <a:prstGeom prst="rect">
            <a:avLst/>
          </a:prstGeom>
        </p:spPr>
      </p:pic>
      <p:pic>
        <p:nvPicPr>
          <p:cNvPr id="38" name="SK-13-img-18" descr="preencoded.png">
            <a:extLst>
              <a:ext uri="{FF2B5EF4-FFF2-40B4-BE49-F238E27FC236}">
                <a16:creationId xmlns:a16="http://schemas.microsoft.com/office/drawing/2014/main" id="{6154499C-F692-EFF3-ECB2-004D39D55A0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26410" y="1441996"/>
            <a:ext cx="190500" cy="152400"/>
          </a:xfrm>
          <a:prstGeom prst="rect">
            <a:avLst/>
          </a:prstGeom>
        </p:spPr>
      </p:pic>
      <p:pic>
        <p:nvPicPr>
          <p:cNvPr id="40" name="SK-13-img-19" descr="preencoded.png">
            <a:extLst>
              <a:ext uri="{FF2B5EF4-FFF2-40B4-BE49-F238E27FC236}">
                <a16:creationId xmlns:a16="http://schemas.microsoft.com/office/drawing/2014/main" id="{12C7CDE4-DF06-2C76-AAEC-2241186E14A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3380" y="1251496"/>
            <a:ext cx="3147120" cy="982861"/>
          </a:xfrm>
          <a:prstGeom prst="rect">
            <a:avLst/>
          </a:prstGeom>
        </p:spPr>
      </p:pic>
      <p:pic>
        <p:nvPicPr>
          <p:cNvPr id="42" name="SK-13-img-20" descr="preencoded.png">
            <a:extLst>
              <a:ext uri="{FF2B5EF4-FFF2-40B4-BE49-F238E27FC236}">
                <a16:creationId xmlns:a16="http://schemas.microsoft.com/office/drawing/2014/main" id="{C6053D93-B4B7-8E19-18DF-C904101297F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25780" y="1441996"/>
            <a:ext cx="190500" cy="152400"/>
          </a:xfrm>
          <a:prstGeom prst="rect">
            <a:avLst/>
          </a:prstGeom>
        </p:spPr>
      </p:pic>
      <p:pic>
        <p:nvPicPr>
          <p:cNvPr id="44" name="SK-13-img-21" descr="preencoded.png">
            <a:extLst>
              <a:ext uri="{FF2B5EF4-FFF2-40B4-BE49-F238E27FC236}">
                <a16:creationId xmlns:a16="http://schemas.microsoft.com/office/drawing/2014/main" id="{A192D68F-A82A-06C8-396C-41215E8E483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74010" y="2386757"/>
            <a:ext cx="3146971" cy="982861"/>
          </a:xfrm>
          <a:prstGeom prst="rect">
            <a:avLst/>
          </a:prstGeom>
        </p:spPr>
      </p:pic>
      <p:pic>
        <p:nvPicPr>
          <p:cNvPr id="46" name="SK-13-img-22" descr="preencoded.png">
            <a:extLst>
              <a:ext uri="{FF2B5EF4-FFF2-40B4-BE49-F238E27FC236}">
                <a16:creationId xmlns:a16="http://schemas.microsoft.com/office/drawing/2014/main" id="{7DE65DEE-4B80-6F1C-31D9-9FAEF5E84FE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26410" y="2577257"/>
            <a:ext cx="190500" cy="152400"/>
          </a:xfrm>
          <a:prstGeom prst="rect">
            <a:avLst/>
          </a:prstGeom>
        </p:spPr>
      </p:pic>
      <p:pic>
        <p:nvPicPr>
          <p:cNvPr id="48" name="SK-13-img-23" descr="preencoded.png">
            <a:extLst>
              <a:ext uri="{FF2B5EF4-FFF2-40B4-BE49-F238E27FC236}">
                <a16:creationId xmlns:a16="http://schemas.microsoft.com/office/drawing/2014/main" id="{5865C262-CE9E-261B-4B75-534331BA6DB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3380" y="2386757"/>
            <a:ext cx="3147120" cy="982861"/>
          </a:xfrm>
          <a:prstGeom prst="rect">
            <a:avLst/>
          </a:prstGeom>
        </p:spPr>
      </p:pic>
      <p:pic>
        <p:nvPicPr>
          <p:cNvPr id="50" name="SK-13-img-24" descr="preencoded.png">
            <a:extLst>
              <a:ext uri="{FF2B5EF4-FFF2-40B4-BE49-F238E27FC236}">
                <a16:creationId xmlns:a16="http://schemas.microsoft.com/office/drawing/2014/main" id="{3FCA932F-B98F-FD07-332E-46405E8F11F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5780" y="2577257"/>
            <a:ext cx="190500" cy="152400"/>
          </a:xfrm>
          <a:prstGeom prst="rect">
            <a:avLst/>
          </a:prstGeom>
        </p:spPr>
      </p:pic>
      <p:sp>
        <p:nvSpPr>
          <p:cNvPr id="56" name="SK-13-text-28">
            <a:extLst>
              <a:ext uri="{FF2B5EF4-FFF2-40B4-BE49-F238E27FC236}">
                <a16:creationId xmlns:a16="http://schemas.microsoft.com/office/drawing/2014/main" id="{0DE39964-32D7-26AD-CCC0-3D35DE9BA805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58" name="SK-13-text-29">
            <a:extLst>
              <a:ext uri="{FF2B5EF4-FFF2-40B4-BE49-F238E27FC236}">
                <a16:creationId xmlns:a16="http://schemas.microsoft.com/office/drawing/2014/main" id="{C4947E76-16A4-E1D4-49CE-6B37D89EE353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Communication API avec Fetch — CP4</a:t>
            </a:r>
            <a:endParaRPr lang="en-US" sz="2400" dirty="0"/>
          </a:p>
        </p:txBody>
      </p:sp>
      <p:sp>
        <p:nvSpPr>
          <p:cNvPr id="60" name="SK-13-text-30">
            <a:extLst>
              <a:ext uri="{FF2B5EF4-FFF2-40B4-BE49-F238E27FC236}">
                <a16:creationId xmlns:a16="http://schemas.microsoft.com/office/drawing/2014/main" id="{F2B084E4-2D4B-E9FC-4FF8-14E5EA9BBF80}"/>
              </a:ext>
            </a:extLst>
          </p:cNvPr>
          <p:cNvSpPr/>
          <p:nvPr/>
        </p:nvSpPr>
        <p:spPr>
          <a:xfrm>
            <a:off x="1257300" y="1487239"/>
            <a:ext cx="40195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Navigateur (JavaScript)</a:t>
            </a:r>
            <a:endParaRPr lang="en-US" sz="1125" dirty="0"/>
          </a:p>
        </p:txBody>
      </p:sp>
      <p:sp>
        <p:nvSpPr>
          <p:cNvPr id="62" name="SK-13-text-31">
            <a:extLst>
              <a:ext uri="{FF2B5EF4-FFF2-40B4-BE49-F238E27FC236}">
                <a16:creationId xmlns:a16="http://schemas.microsoft.com/office/drawing/2014/main" id="{1FC73AE4-6AE8-3011-E30D-60CF70A768D2}"/>
              </a:ext>
            </a:extLst>
          </p:cNvPr>
          <p:cNvSpPr/>
          <p:nvPr/>
        </p:nvSpPr>
        <p:spPr>
          <a:xfrm>
            <a:off x="1257300" y="2211139"/>
            <a:ext cx="45339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 Fetch (Asynchrone)</a:t>
            </a:r>
            <a:endParaRPr lang="en-US" sz="1125" dirty="0"/>
          </a:p>
        </p:txBody>
      </p:sp>
      <p:sp>
        <p:nvSpPr>
          <p:cNvPr id="64" name="SK-13-text-32">
            <a:extLst>
              <a:ext uri="{FF2B5EF4-FFF2-40B4-BE49-F238E27FC236}">
                <a16:creationId xmlns:a16="http://schemas.microsoft.com/office/drawing/2014/main" id="{862F9222-866D-8B77-370A-15A2FF1A493A}"/>
              </a:ext>
            </a:extLst>
          </p:cNvPr>
          <p:cNvSpPr/>
          <p:nvPr/>
        </p:nvSpPr>
        <p:spPr>
          <a:xfrm>
            <a:off x="1257300" y="2935039"/>
            <a:ext cx="55626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Express (Route / Contrôleur)</a:t>
            </a:r>
            <a:endParaRPr lang="en-US" sz="1125" dirty="0"/>
          </a:p>
        </p:txBody>
      </p:sp>
      <p:sp>
        <p:nvSpPr>
          <p:cNvPr id="66" name="SK-13-text-33">
            <a:extLst>
              <a:ext uri="{FF2B5EF4-FFF2-40B4-BE49-F238E27FC236}">
                <a16:creationId xmlns:a16="http://schemas.microsoft.com/office/drawing/2014/main" id="{F0B46A6A-9724-CD95-3F0B-89F8F70116D6}"/>
              </a:ext>
            </a:extLst>
          </p:cNvPr>
          <p:cNvSpPr/>
          <p:nvPr/>
        </p:nvSpPr>
        <p:spPr>
          <a:xfrm>
            <a:off x="1257300" y="3658939"/>
            <a:ext cx="52197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Réponse JSON &amp; Mise à jour DOM</a:t>
            </a:r>
            <a:endParaRPr lang="en-US" sz="1125" dirty="0"/>
          </a:p>
        </p:txBody>
      </p:sp>
      <p:sp>
        <p:nvSpPr>
          <p:cNvPr id="70" name="SK-13-text-35">
            <a:extLst>
              <a:ext uri="{FF2B5EF4-FFF2-40B4-BE49-F238E27FC236}">
                <a16:creationId xmlns:a16="http://schemas.microsoft.com/office/drawing/2014/main" id="{C9530A78-B115-F5B4-A195-83A5DA0FCA10}"/>
              </a:ext>
            </a:extLst>
          </p:cNvPr>
          <p:cNvSpPr/>
          <p:nvPr/>
        </p:nvSpPr>
        <p:spPr>
          <a:xfrm>
            <a:off x="5593110" y="1403896"/>
            <a:ext cx="28421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</a:rPr>
              <a:t>Requête</a:t>
            </a:r>
            <a:endParaRPr lang="en-US" sz="1200" dirty="0"/>
          </a:p>
        </p:txBody>
      </p:sp>
      <p:sp>
        <p:nvSpPr>
          <p:cNvPr id="72" name="SK-13-text-36">
            <a:extLst>
              <a:ext uri="{FF2B5EF4-FFF2-40B4-BE49-F238E27FC236}">
                <a16:creationId xmlns:a16="http://schemas.microsoft.com/office/drawing/2014/main" id="{71C63794-A853-ABE5-6552-7052A9055061}"/>
              </a:ext>
            </a:extLst>
          </p:cNvPr>
          <p:cNvSpPr/>
          <p:nvPr/>
        </p:nvSpPr>
        <p:spPr>
          <a:xfrm>
            <a:off x="5326410" y="1708696"/>
            <a:ext cx="284217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Envoi des données vers le serveur sans rechargement de la page.</a:t>
            </a:r>
            <a:endParaRPr lang="en-US" sz="1050" dirty="0"/>
          </a:p>
        </p:txBody>
      </p:sp>
      <p:sp>
        <p:nvSpPr>
          <p:cNvPr id="74" name="SK-13-text-37">
            <a:extLst>
              <a:ext uri="{FF2B5EF4-FFF2-40B4-BE49-F238E27FC236}">
                <a16:creationId xmlns:a16="http://schemas.microsoft.com/office/drawing/2014/main" id="{08913F41-F004-6693-2648-D319B4029EEB}"/>
              </a:ext>
            </a:extLst>
          </p:cNvPr>
          <p:cNvSpPr/>
          <p:nvPr/>
        </p:nvSpPr>
        <p:spPr>
          <a:xfrm>
            <a:off x="8892480" y="1403896"/>
            <a:ext cx="2842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</a:rPr>
              <a:t>Traitement</a:t>
            </a:r>
            <a:endParaRPr lang="en-US" sz="1200" dirty="0"/>
          </a:p>
        </p:txBody>
      </p:sp>
      <p:sp>
        <p:nvSpPr>
          <p:cNvPr id="76" name="SK-13-text-38">
            <a:extLst>
              <a:ext uri="{FF2B5EF4-FFF2-40B4-BE49-F238E27FC236}">
                <a16:creationId xmlns:a16="http://schemas.microsoft.com/office/drawing/2014/main" id="{956D663F-796F-FFBD-BA99-FFF8F6CA77B4}"/>
              </a:ext>
            </a:extLst>
          </p:cNvPr>
          <p:cNvSpPr/>
          <p:nvPr/>
        </p:nvSpPr>
        <p:spPr>
          <a:xfrm>
            <a:off x="8625780" y="1708696"/>
            <a:ext cx="284232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 la demande par le contrôleur et interaction avec la BDD.</a:t>
            </a:r>
            <a:endParaRPr lang="en-US" sz="1050" dirty="0"/>
          </a:p>
        </p:txBody>
      </p:sp>
      <p:sp>
        <p:nvSpPr>
          <p:cNvPr id="78" name="SK-13-text-39">
            <a:extLst>
              <a:ext uri="{FF2B5EF4-FFF2-40B4-BE49-F238E27FC236}">
                <a16:creationId xmlns:a16="http://schemas.microsoft.com/office/drawing/2014/main" id="{4DA406BC-5A88-40CF-8D7D-FC381AF5EBE0}"/>
              </a:ext>
            </a:extLst>
          </p:cNvPr>
          <p:cNvSpPr/>
          <p:nvPr/>
        </p:nvSpPr>
        <p:spPr>
          <a:xfrm>
            <a:off x="5593110" y="2539157"/>
            <a:ext cx="28421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</a:rPr>
              <a:t>Réponse</a:t>
            </a:r>
            <a:endParaRPr lang="en-US" sz="1200" dirty="0"/>
          </a:p>
        </p:txBody>
      </p:sp>
      <p:sp>
        <p:nvSpPr>
          <p:cNvPr id="80" name="SK-13-text-40">
            <a:extLst>
              <a:ext uri="{FF2B5EF4-FFF2-40B4-BE49-F238E27FC236}">
                <a16:creationId xmlns:a16="http://schemas.microsoft.com/office/drawing/2014/main" id="{B587CEE0-4E2F-A0F4-05D4-BE60E5477CB7}"/>
              </a:ext>
            </a:extLst>
          </p:cNvPr>
          <p:cNvSpPr/>
          <p:nvPr/>
        </p:nvSpPr>
        <p:spPr>
          <a:xfrm>
            <a:off x="5326410" y="2843957"/>
            <a:ext cx="284217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Retour au format standard JSON avec statut HTTP (ex: 200 OK).</a:t>
            </a:r>
            <a:endParaRPr lang="en-US" sz="1050" dirty="0"/>
          </a:p>
        </p:txBody>
      </p:sp>
      <p:sp>
        <p:nvSpPr>
          <p:cNvPr id="82" name="SK-13-text-41">
            <a:extLst>
              <a:ext uri="{FF2B5EF4-FFF2-40B4-BE49-F238E27FC236}">
                <a16:creationId xmlns:a16="http://schemas.microsoft.com/office/drawing/2014/main" id="{41A9018C-E25A-F63E-4B63-032672CC10CA}"/>
              </a:ext>
            </a:extLst>
          </p:cNvPr>
          <p:cNvSpPr/>
          <p:nvPr/>
        </p:nvSpPr>
        <p:spPr>
          <a:xfrm>
            <a:off x="8892480" y="2539157"/>
            <a:ext cx="2842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</a:rPr>
              <a:t>Affichage</a:t>
            </a:r>
            <a:endParaRPr lang="en-US" sz="1200" dirty="0"/>
          </a:p>
        </p:txBody>
      </p:sp>
      <p:sp>
        <p:nvSpPr>
          <p:cNvPr id="84" name="SK-13-text-42">
            <a:extLst>
              <a:ext uri="{FF2B5EF4-FFF2-40B4-BE49-F238E27FC236}">
                <a16:creationId xmlns:a16="http://schemas.microsoft.com/office/drawing/2014/main" id="{A1008E43-2C9A-1232-9C14-9014AD7078F9}"/>
              </a:ext>
            </a:extLst>
          </p:cNvPr>
          <p:cNvSpPr/>
          <p:nvPr/>
        </p:nvSpPr>
        <p:spPr>
          <a:xfrm>
            <a:off x="8625780" y="2843957"/>
            <a:ext cx="284232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jour dynamique de l'interface utilisateur (DOM).</a:t>
            </a:r>
            <a:endParaRPr lang="en-US" sz="105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0DDAE4D-9B3D-CEB7-40C1-B7196CB766B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27554" y="3509826"/>
            <a:ext cx="6670862" cy="284283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076FC63-AE76-77B9-D3B6-149EDD19684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31201" y="4031747"/>
            <a:ext cx="2423746" cy="232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61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572D86F-FDD8-F0E1-2489-18D8C0E0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B710F-47D2-F916-FDCC-55196687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B9C841-7C0D-A21F-C7F1-5C5ACF57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14</a:t>
            </a:fld>
            <a:endParaRPr lang="fr-FR"/>
          </a:p>
        </p:txBody>
      </p:sp>
      <p:pic>
        <p:nvPicPr>
          <p:cNvPr id="70" name="SK-14-img-3" descr="preencoded.png">
            <a:extLst>
              <a:ext uri="{FF2B5EF4-FFF2-40B4-BE49-F238E27FC236}">
                <a16:creationId xmlns:a16="http://schemas.microsoft.com/office/drawing/2014/main" id="{4D560A7E-C807-C74E-943D-E8915EA41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10668000" cy="641896"/>
          </a:xfrm>
          <a:prstGeom prst="rect">
            <a:avLst/>
          </a:prstGeom>
        </p:spPr>
      </p:pic>
      <p:pic>
        <p:nvPicPr>
          <p:cNvPr id="78" name="SK-14-img-7" descr="preencoded.png">
            <a:extLst>
              <a:ext uri="{FF2B5EF4-FFF2-40B4-BE49-F238E27FC236}">
                <a16:creationId xmlns:a16="http://schemas.microsoft.com/office/drawing/2014/main" id="{1DDCCE55-DE8B-31C2-8716-A0D891FE1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690" y="1251496"/>
            <a:ext cx="4145310" cy="2076450"/>
          </a:xfrm>
          <a:prstGeom prst="rect">
            <a:avLst/>
          </a:prstGeom>
        </p:spPr>
      </p:pic>
      <p:pic>
        <p:nvPicPr>
          <p:cNvPr id="80" name="SK-14-img-8" descr="preencoded.png">
            <a:extLst>
              <a:ext uri="{FF2B5EF4-FFF2-40B4-BE49-F238E27FC236}">
                <a16:creationId xmlns:a16="http://schemas.microsoft.com/office/drawing/2014/main" id="{C6CD267F-DCA2-B7FA-C9B3-9EA5C56A0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190" y="1756321"/>
            <a:ext cx="304800" cy="304800"/>
          </a:xfrm>
          <a:prstGeom prst="rect">
            <a:avLst/>
          </a:prstGeom>
        </p:spPr>
      </p:pic>
      <p:pic>
        <p:nvPicPr>
          <p:cNvPr id="82" name="SK-14-img-9" descr="preencoded.png">
            <a:extLst>
              <a:ext uri="{FF2B5EF4-FFF2-40B4-BE49-F238E27FC236}">
                <a16:creationId xmlns:a16="http://schemas.microsoft.com/office/drawing/2014/main" id="{610B59D0-6633-13FF-5F5F-D26EE1BCD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190" y="2137321"/>
            <a:ext cx="304800" cy="304800"/>
          </a:xfrm>
          <a:prstGeom prst="rect">
            <a:avLst/>
          </a:prstGeom>
        </p:spPr>
      </p:pic>
      <p:pic>
        <p:nvPicPr>
          <p:cNvPr id="84" name="SK-14-img-10" descr="preencoded.png">
            <a:extLst>
              <a:ext uri="{FF2B5EF4-FFF2-40B4-BE49-F238E27FC236}">
                <a16:creationId xmlns:a16="http://schemas.microsoft.com/office/drawing/2014/main" id="{3817C32E-5635-735D-4C01-DF59CCE18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190" y="2518321"/>
            <a:ext cx="304800" cy="304800"/>
          </a:xfrm>
          <a:prstGeom prst="rect">
            <a:avLst/>
          </a:prstGeom>
        </p:spPr>
      </p:pic>
      <p:pic>
        <p:nvPicPr>
          <p:cNvPr id="86" name="SK-14-img-11" descr="preencoded.png">
            <a:extLst>
              <a:ext uri="{FF2B5EF4-FFF2-40B4-BE49-F238E27FC236}">
                <a16:creationId xmlns:a16="http://schemas.microsoft.com/office/drawing/2014/main" id="{E05081A7-B23E-1AC3-C2C2-A898DE56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190" y="2899321"/>
            <a:ext cx="304800" cy="304800"/>
          </a:xfrm>
          <a:prstGeom prst="rect">
            <a:avLst/>
          </a:prstGeom>
        </p:spPr>
      </p:pic>
      <p:pic>
        <p:nvPicPr>
          <p:cNvPr id="88" name="SK-14-img-12" descr="preencoded.png">
            <a:extLst>
              <a:ext uri="{FF2B5EF4-FFF2-40B4-BE49-F238E27FC236}">
                <a16:creationId xmlns:a16="http://schemas.microsoft.com/office/drawing/2014/main" id="{E1078086-F2C9-9A19-E718-B160A40F2D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4690" y="3470821"/>
            <a:ext cx="1996380" cy="929283"/>
          </a:xfrm>
          <a:prstGeom prst="rect">
            <a:avLst/>
          </a:prstGeom>
        </p:spPr>
      </p:pic>
      <p:pic>
        <p:nvPicPr>
          <p:cNvPr id="90" name="SK-14-img-13" descr="preencoded.png">
            <a:extLst>
              <a:ext uri="{FF2B5EF4-FFF2-40B4-BE49-F238E27FC236}">
                <a16:creationId xmlns:a16="http://schemas.microsoft.com/office/drawing/2014/main" id="{C290E75C-828F-9272-2544-B4F68FD6D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3471" y="3470821"/>
            <a:ext cx="1996529" cy="929283"/>
          </a:xfrm>
          <a:prstGeom prst="rect">
            <a:avLst/>
          </a:prstGeom>
        </p:spPr>
      </p:pic>
      <p:pic>
        <p:nvPicPr>
          <p:cNvPr id="92" name="SK-14-img-14" descr="preencoded.png">
            <a:extLst>
              <a:ext uri="{FF2B5EF4-FFF2-40B4-BE49-F238E27FC236}">
                <a16:creationId xmlns:a16="http://schemas.microsoft.com/office/drawing/2014/main" id="{F5530010-F96C-4337-D92D-648D69DF1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4690" y="4495354"/>
            <a:ext cx="1996380" cy="929283"/>
          </a:xfrm>
          <a:prstGeom prst="rect">
            <a:avLst/>
          </a:prstGeom>
        </p:spPr>
      </p:pic>
      <p:pic>
        <p:nvPicPr>
          <p:cNvPr id="94" name="SK-14-img-15" descr="preencoded.png">
            <a:extLst>
              <a:ext uri="{FF2B5EF4-FFF2-40B4-BE49-F238E27FC236}">
                <a16:creationId xmlns:a16="http://schemas.microsoft.com/office/drawing/2014/main" id="{32CEC2A0-CE5E-ABC7-38E2-192DB89D71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3471" y="4495354"/>
            <a:ext cx="1996529" cy="929283"/>
          </a:xfrm>
          <a:prstGeom prst="rect">
            <a:avLst/>
          </a:prstGeom>
        </p:spPr>
      </p:pic>
      <p:pic>
        <p:nvPicPr>
          <p:cNvPr id="96" name="SK-14-img-16" descr="preencoded.png">
            <a:extLst>
              <a:ext uri="{FF2B5EF4-FFF2-40B4-BE49-F238E27FC236}">
                <a16:creationId xmlns:a16="http://schemas.microsoft.com/office/drawing/2014/main" id="{C583C1F4-AB99-9E38-E6B0-733E7A3F56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4690" y="5567511"/>
            <a:ext cx="4145310" cy="525661"/>
          </a:xfrm>
          <a:prstGeom prst="rect">
            <a:avLst/>
          </a:prstGeom>
        </p:spPr>
      </p:pic>
      <p:sp>
        <p:nvSpPr>
          <p:cNvPr id="98" name="SK-14-text-18">
            <a:extLst>
              <a:ext uri="{FF2B5EF4-FFF2-40B4-BE49-F238E27FC236}">
                <a16:creationId xmlns:a16="http://schemas.microsoft.com/office/drawing/2014/main" id="{AFBD7253-0E05-8DC1-1E4A-85D81E343185}"/>
              </a:ext>
            </a:extLst>
          </p:cNvPr>
          <p:cNvSpPr/>
          <p:nvPr/>
        </p:nvSpPr>
        <p:spPr>
          <a:xfrm>
            <a:off x="952500" y="381000"/>
            <a:ext cx="10553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100" name="SK-14-text-19">
            <a:extLst>
              <a:ext uri="{FF2B5EF4-FFF2-40B4-BE49-F238E27FC236}">
                <a16:creationId xmlns:a16="http://schemas.microsoft.com/office/drawing/2014/main" id="{05A4D8C7-589F-166B-BE89-A5E1207C32E8}"/>
              </a:ext>
            </a:extLst>
          </p:cNvPr>
          <p:cNvSpPr/>
          <p:nvPr/>
        </p:nvSpPr>
        <p:spPr>
          <a:xfrm>
            <a:off x="952500" y="657225"/>
            <a:ext cx="11239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Recherche dynamique et filtrage côté client — CP4</a:t>
            </a:r>
            <a:endParaRPr lang="en-US" sz="2400" dirty="0"/>
          </a:p>
        </p:txBody>
      </p:sp>
      <p:sp>
        <p:nvSpPr>
          <p:cNvPr id="110" name="SK-14-text-24">
            <a:extLst>
              <a:ext uri="{FF2B5EF4-FFF2-40B4-BE49-F238E27FC236}">
                <a16:creationId xmlns:a16="http://schemas.microsoft.com/office/drawing/2014/main" id="{52D2C93C-BB88-D915-F914-1671BEAE28B6}"/>
              </a:ext>
            </a:extLst>
          </p:cNvPr>
          <p:cNvSpPr/>
          <p:nvPr/>
        </p:nvSpPr>
        <p:spPr>
          <a:xfrm>
            <a:off x="7475190" y="1375321"/>
            <a:ext cx="38405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</a:rPr>
              <a:t>FLUX D'EXÉCUTION</a:t>
            </a:r>
            <a:endParaRPr lang="en-US" sz="1200" dirty="0"/>
          </a:p>
        </p:txBody>
      </p:sp>
      <p:sp>
        <p:nvSpPr>
          <p:cNvPr id="112" name="SK-14-text-25">
            <a:extLst>
              <a:ext uri="{FF2B5EF4-FFF2-40B4-BE49-F238E27FC236}">
                <a16:creationId xmlns:a16="http://schemas.microsoft.com/office/drawing/2014/main" id="{04476ED0-DDF8-CAEE-7C2A-BFC01D9BD4F3}"/>
              </a:ext>
            </a:extLst>
          </p:cNvPr>
          <p:cNvSpPr/>
          <p:nvPr/>
        </p:nvSpPr>
        <p:spPr>
          <a:xfrm>
            <a:off x="7599015" y="1756321"/>
            <a:ext cx="381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114" name="SK-14-text-26">
            <a:extLst>
              <a:ext uri="{FF2B5EF4-FFF2-40B4-BE49-F238E27FC236}">
                <a16:creationId xmlns:a16="http://schemas.microsoft.com/office/drawing/2014/main" id="{A0E3D3EA-710D-7E22-49DA-41F3B0C6AD8F}"/>
              </a:ext>
            </a:extLst>
          </p:cNvPr>
          <p:cNvSpPr/>
          <p:nvPr/>
        </p:nvSpPr>
        <p:spPr>
          <a:xfrm>
            <a:off x="7932390" y="1801564"/>
            <a:ext cx="425961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Saisie clavier de l'utilisateur (Input event)</a:t>
            </a:r>
            <a:endParaRPr lang="en-US" sz="1125" dirty="0"/>
          </a:p>
        </p:txBody>
      </p:sp>
      <p:sp>
        <p:nvSpPr>
          <p:cNvPr id="116" name="SK-14-text-27">
            <a:extLst>
              <a:ext uri="{FF2B5EF4-FFF2-40B4-BE49-F238E27FC236}">
                <a16:creationId xmlns:a16="http://schemas.microsoft.com/office/drawing/2014/main" id="{21313250-8B3F-1CE6-8A02-9B1D0A492C8C}"/>
              </a:ext>
            </a:extLst>
          </p:cNvPr>
          <p:cNvSpPr/>
          <p:nvPr/>
        </p:nvSpPr>
        <p:spPr>
          <a:xfrm>
            <a:off x="7584728" y="2137321"/>
            <a:ext cx="381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118" name="SK-14-text-28">
            <a:extLst>
              <a:ext uri="{FF2B5EF4-FFF2-40B4-BE49-F238E27FC236}">
                <a16:creationId xmlns:a16="http://schemas.microsoft.com/office/drawing/2014/main" id="{6993C6C6-95E0-B284-9445-AB7608D44598}"/>
              </a:ext>
            </a:extLst>
          </p:cNvPr>
          <p:cNvSpPr/>
          <p:nvPr/>
        </p:nvSpPr>
        <p:spPr>
          <a:xfrm>
            <a:off x="7932390" y="2182564"/>
            <a:ext cx="425961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Écouteur JavaScript actif sur le champ</a:t>
            </a:r>
            <a:endParaRPr lang="en-US" sz="1125" dirty="0"/>
          </a:p>
        </p:txBody>
      </p:sp>
      <p:sp>
        <p:nvSpPr>
          <p:cNvPr id="120" name="SK-14-text-29">
            <a:extLst>
              <a:ext uri="{FF2B5EF4-FFF2-40B4-BE49-F238E27FC236}">
                <a16:creationId xmlns:a16="http://schemas.microsoft.com/office/drawing/2014/main" id="{019A83EB-1BB1-4894-2F9C-4C279F568AAB}"/>
              </a:ext>
            </a:extLst>
          </p:cNvPr>
          <p:cNvSpPr/>
          <p:nvPr/>
        </p:nvSpPr>
        <p:spPr>
          <a:xfrm>
            <a:off x="7584728" y="2518321"/>
            <a:ext cx="381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122" name="SK-14-text-30">
            <a:extLst>
              <a:ext uri="{FF2B5EF4-FFF2-40B4-BE49-F238E27FC236}">
                <a16:creationId xmlns:a16="http://schemas.microsoft.com/office/drawing/2014/main" id="{EB828D20-40A2-4768-E1A4-50C940658F7C}"/>
              </a:ext>
            </a:extLst>
          </p:cNvPr>
          <p:cNvSpPr/>
          <p:nvPr/>
        </p:nvSpPr>
        <p:spPr>
          <a:xfrm>
            <a:off x="7932390" y="2563564"/>
            <a:ext cx="425961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Fonction de comparaison (Regex / Includes)</a:t>
            </a:r>
            <a:endParaRPr lang="en-US" sz="1125" dirty="0"/>
          </a:p>
        </p:txBody>
      </p:sp>
      <p:sp>
        <p:nvSpPr>
          <p:cNvPr id="124" name="SK-14-text-31">
            <a:extLst>
              <a:ext uri="{FF2B5EF4-FFF2-40B4-BE49-F238E27FC236}">
                <a16:creationId xmlns:a16="http://schemas.microsoft.com/office/drawing/2014/main" id="{F882515D-4A06-4581-0C76-C50CA3C59326}"/>
              </a:ext>
            </a:extLst>
          </p:cNvPr>
          <p:cNvSpPr/>
          <p:nvPr/>
        </p:nvSpPr>
        <p:spPr>
          <a:xfrm>
            <a:off x="7584728" y="2899321"/>
            <a:ext cx="381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126" name="SK-14-text-32">
            <a:extLst>
              <a:ext uri="{FF2B5EF4-FFF2-40B4-BE49-F238E27FC236}">
                <a16:creationId xmlns:a16="http://schemas.microsoft.com/office/drawing/2014/main" id="{34A50FAF-A254-D663-4D06-74816E4343E1}"/>
              </a:ext>
            </a:extLst>
          </p:cNvPr>
          <p:cNvSpPr/>
          <p:nvPr/>
        </p:nvSpPr>
        <p:spPr>
          <a:xfrm>
            <a:off x="7932390" y="2944564"/>
            <a:ext cx="425961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jour immédiate du DOM (Tableau)</a:t>
            </a:r>
            <a:endParaRPr lang="en-US" sz="1125" dirty="0"/>
          </a:p>
        </p:txBody>
      </p:sp>
      <p:sp>
        <p:nvSpPr>
          <p:cNvPr id="128" name="SK-14-text-33">
            <a:extLst>
              <a:ext uri="{FF2B5EF4-FFF2-40B4-BE49-F238E27FC236}">
                <a16:creationId xmlns:a16="http://schemas.microsoft.com/office/drawing/2014/main" id="{B0010D1B-DF92-C075-DB57-BBE242B98509}"/>
              </a:ext>
            </a:extLst>
          </p:cNvPr>
          <p:cNvSpPr/>
          <p:nvPr/>
        </p:nvSpPr>
        <p:spPr>
          <a:xfrm>
            <a:off x="7437090" y="3566071"/>
            <a:ext cx="29565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</a:rPr>
              <a:t>Écoute d’événement</a:t>
            </a:r>
            <a:endParaRPr lang="en-US" sz="1050" dirty="0"/>
          </a:p>
        </p:txBody>
      </p:sp>
      <p:sp>
        <p:nvSpPr>
          <p:cNvPr id="130" name="SK-14-text-34">
            <a:extLst>
              <a:ext uri="{FF2B5EF4-FFF2-40B4-BE49-F238E27FC236}">
                <a16:creationId xmlns:a16="http://schemas.microsoft.com/office/drawing/2014/main" id="{576C9C35-74CB-67B4-D028-814711E0C020}"/>
              </a:ext>
            </a:extLst>
          </p:cNvPr>
          <p:cNvSpPr/>
          <p:nvPr/>
        </p:nvSpPr>
        <p:spPr>
          <a:xfrm>
            <a:off x="7437090" y="3785146"/>
            <a:ext cx="1691580" cy="5197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Déclenchement à chaque caractère saisi pour une réactivité maximale.</a:t>
            </a:r>
            <a:endParaRPr lang="en-US" sz="975" dirty="0"/>
          </a:p>
        </p:txBody>
      </p:sp>
      <p:sp>
        <p:nvSpPr>
          <p:cNvPr id="132" name="SK-14-text-35">
            <a:extLst>
              <a:ext uri="{FF2B5EF4-FFF2-40B4-BE49-F238E27FC236}">
                <a16:creationId xmlns:a16="http://schemas.microsoft.com/office/drawing/2014/main" id="{E13C82B0-D2F8-1A10-FFEA-6EAAE6AFCC87}"/>
              </a:ext>
            </a:extLst>
          </p:cNvPr>
          <p:cNvSpPr/>
          <p:nvPr/>
        </p:nvSpPr>
        <p:spPr>
          <a:xfrm>
            <a:off x="9585871" y="3566071"/>
            <a:ext cx="260612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</a:rPr>
              <a:t>Manipulation DOM</a:t>
            </a:r>
            <a:endParaRPr lang="en-US" sz="1050" dirty="0"/>
          </a:p>
        </p:txBody>
      </p:sp>
      <p:sp>
        <p:nvSpPr>
          <p:cNvPr id="134" name="SK-14-text-36">
            <a:extLst>
              <a:ext uri="{FF2B5EF4-FFF2-40B4-BE49-F238E27FC236}">
                <a16:creationId xmlns:a16="http://schemas.microsoft.com/office/drawing/2014/main" id="{5A882108-B125-F1C4-561D-A0F4BF617CF6}"/>
              </a:ext>
            </a:extLst>
          </p:cNvPr>
          <p:cNvSpPr/>
          <p:nvPr/>
        </p:nvSpPr>
        <p:spPr>
          <a:xfrm>
            <a:off x="9585871" y="3785146"/>
            <a:ext cx="1691729" cy="5197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Affichage ou masquage sélectif des lignes sans rechargement.</a:t>
            </a:r>
            <a:endParaRPr lang="en-US" sz="975" dirty="0"/>
          </a:p>
        </p:txBody>
      </p:sp>
      <p:sp>
        <p:nvSpPr>
          <p:cNvPr id="136" name="SK-14-text-37">
            <a:extLst>
              <a:ext uri="{FF2B5EF4-FFF2-40B4-BE49-F238E27FC236}">
                <a16:creationId xmlns:a16="http://schemas.microsoft.com/office/drawing/2014/main" id="{9F7A8020-D31E-16B3-E951-5F418E0CC611}"/>
              </a:ext>
            </a:extLst>
          </p:cNvPr>
          <p:cNvSpPr/>
          <p:nvPr/>
        </p:nvSpPr>
        <p:spPr>
          <a:xfrm>
            <a:off x="7437090" y="4590604"/>
            <a:ext cx="27965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</a:rPr>
              <a:t>Retour instantané</a:t>
            </a:r>
            <a:endParaRPr lang="en-US" sz="1050" dirty="0"/>
          </a:p>
        </p:txBody>
      </p:sp>
      <p:sp>
        <p:nvSpPr>
          <p:cNvPr id="138" name="SK-14-text-38">
            <a:extLst>
              <a:ext uri="{FF2B5EF4-FFF2-40B4-BE49-F238E27FC236}">
                <a16:creationId xmlns:a16="http://schemas.microsoft.com/office/drawing/2014/main" id="{038BFE5E-CE47-55C1-D65F-B97A709817B3}"/>
              </a:ext>
            </a:extLst>
          </p:cNvPr>
          <p:cNvSpPr/>
          <p:nvPr/>
        </p:nvSpPr>
        <p:spPr>
          <a:xfrm>
            <a:off x="7437090" y="4809679"/>
            <a:ext cx="1691580" cy="5197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utilisateur fluide avec un filtrage visible en temps réel.</a:t>
            </a:r>
            <a:endParaRPr lang="en-US" sz="975" dirty="0"/>
          </a:p>
        </p:txBody>
      </p:sp>
      <p:sp>
        <p:nvSpPr>
          <p:cNvPr id="140" name="SK-14-text-39">
            <a:extLst>
              <a:ext uri="{FF2B5EF4-FFF2-40B4-BE49-F238E27FC236}">
                <a16:creationId xmlns:a16="http://schemas.microsoft.com/office/drawing/2014/main" id="{4F013A28-5A6F-8A26-B21F-4003B06E8B5A}"/>
              </a:ext>
            </a:extLst>
          </p:cNvPr>
          <p:cNvSpPr/>
          <p:nvPr/>
        </p:nvSpPr>
        <p:spPr>
          <a:xfrm>
            <a:off x="9585871" y="4590604"/>
            <a:ext cx="24765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</a:rPr>
              <a:t>Filtrage Client</a:t>
            </a:r>
            <a:endParaRPr lang="en-US" sz="1050" dirty="0"/>
          </a:p>
        </p:txBody>
      </p:sp>
      <p:sp>
        <p:nvSpPr>
          <p:cNvPr id="142" name="SK-14-text-40">
            <a:extLst>
              <a:ext uri="{FF2B5EF4-FFF2-40B4-BE49-F238E27FC236}">
                <a16:creationId xmlns:a16="http://schemas.microsoft.com/office/drawing/2014/main" id="{5E90CDB8-10BA-0ABF-6A5D-E3E3CDC88587}"/>
              </a:ext>
            </a:extLst>
          </p:cNvPr>
          <p:cNvSpPr/>
          <p:nvPr/>
        </p:nvSpPr>
        <p:spPr>
          <a:xfrm>
            <a:off x="9585871" y="4809679"/>
            <a:ext cx="1691729" cy="5197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Réduction des appels serveur pour les listes déjà chargées.</a:t>
            </a:r>
            <a:endParaRPr lang="en-US" sz="975" dirty="0"/>
          </a:p>
        </p:txBody>
      </p:sp>
      <p:sp>
        <p:nvSpPr>
          <p:cNvPr id="144" name="SK-14-text-41">
            <a:extLst>
              <a:ext uri="{FF2B5EF4-FFF2-40B4-BE49-F238E27FC236}">
                <a16:creationId xmlns:a16="http://schemas.microsoft.com/office/drawing/2014/main" id="{26178C15-D99F-9229-3CFC-947CAA808FB6}"/>
              </a:ext>
            </a:extLst>
          </p:cNvPr>
          <p:cNvSpPr/>
          <p:nvPr/>
        </p:nvSpPr>
        <p:spPr>
          <a:xfrm>
            <a:off x="7398990" y="5643711"/>
            <a:ext cx="391671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"L'implémentation garantit une navigation rapide et efficace dans les volumes de données clients et factures."</a:t>
            </a:r>
            <a:endParaRPr lang="en-US" sz="1050" dirty="0"/>
          </a:p>
        </p:txBody>
      </p:sp>
      <p:pic>
        <p:nvPicPr>
          <p:cNvPr id="146" name="Image 145">
            <a:extLst>
              <a:ext uri="{FF2B5EF4-FFF2-40B4-BE49-F238E27FC236}">
                <a16:creationId xmlns:a16="http://schemas.microsoft.com/office/drawing/2014/main" id="{F4DB510E-672D-1E48-99D1-F301DD77E9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4421" y="3714362"/>
            <a:ext cx="3443654" cy="2599296"/>
          </a:xfrm>
          <a:prstGeom prst="rect">
            <a:avLst/>
          </a:prstGeom>
        </p:spPr>
      </p:pic>
      <p:pic>
        <p:nvPicPr>
          <p:cNvPr id="147" name="Image 146">
            <a:extLst>
              <a:ext uri="{FF2B5EF4-FFF2-40B4-BE49-F238E27FC236}">
                <a16:creationId xmlns:a16="http://schemas.microsoft.com/office/drawing/2014/main" id="{67E6DB14-6B32-647F-C1C6-F0402F359B49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b="26102"/>
          <a:stretch>
            <a:fillRect/>
          </a:stretch>
        </p:blipFill>
        <p:spPr bwMode="auto">
          <a:xfrm>
            <a:off x="479088" y="1301184"/>
            <a:ext cx="6434455" cy="21913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82653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ADE05E2-32CC-68EA-1C7E-428B51169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1 — Front-end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37F50D1-C921-0B2A-BA13-AB049669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AF9F5D-4374-E8C2-059D-D6F1703C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15</a:t>
            </a:fld>
            <a:endParaRPr lang="fr-FR"/>
          </a:p>
        </p:txBody>
      </p:sp>
      <p:pic>
        <p:nvPicPr>
          <p:cNvPr id="6" name="SK-15-img-2" descr="preencoded.png">
            <a:extLst>
              <a:ext uri="{FF2B5EF4-FFF2-40B4-BE49-F238E27FC236}">
                <a16:creationId xmlns:a16="http://schemas.microsoft.com/office/drawing/2014/main" id="{087C6047-CA8A-D580-C75D-C512B44BC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15-img-3" descr="preencoded.png">
            <a:extLst>
              <a:ext uri="{FF2B5EF4-FFF2-40B4-BE49-F238E27FC236}">
                <a16:creationId xmlns:a16="http://schemas.microsoft.com/office/drawing/2014/main" id="{CFE23371-98C3-4A09-CF80-5DAD85B77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310581"/>
            <a:ext cx="4476750" cy="666750"/>
          </a:xfrm>
          <a:prstGeom prst="rect">
            <a:avLst/>
          </a:prstGeom>
        </p:spPr>
      </p:pic>
      <p:pic>
        <p:nvPicPr>
          <p:cNvPr id="10" name="SK-15-img-4" descr="preencoded.png">
            <a:extLst>
              <a:ext uri="{FF2B5EF4-FFF2-40B4-BE49-F238E27FC236}">
                <a16:creationId xmlns:a16="http://schemas.microsoft.com/office/drawing/2014/main" id="{5FE3C284-7349-BA38-3F87-FA7A28A42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848" y="1434406"/>
            <a:ext cx="238125" cy="190500"/>
          </a:xfrm>
          <a:prstGeom prst="rect">
            <a:avLst/>
          </a:prstGeom>
        </p:spPr>
      </p:pic>
      <p:pic>
        <p:nvPicPr>
          <p:cNvPr id="12" name="SK-15-img-5" descr="preencoded.png">
            <a:extLst>
              <a:ext uri="{FF2B5EF4-FFF2-40B4-BE49-F238E27FC236}">
                <a16:creationId xmlns:a16="http://schemas.microsoft.com/office/drawing/2014/main" id="{BBBBD9BB-3620-746D-8598-ADC965D90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2472" y="1575346"/>
            <a:ext cx="166688" cy="137220"/>
          </a:xfrm>
          <a:prstGeom prst="rect">
            <a:avLst/>
          </a:prstGeom>
        </p:spPr>
      </p:pic>
      <p:pic>
        <p:nvPicPr>
          <p:cNvPr id="14" name="SK-15-img-6" descr="preencoded.png">
            <a:extLst>
              <a:ext uri="{FF2B5EF4-FFF2-40B4-BE49-F238E27FC236}">
                <a16:creationId xmlns:a16="http://schemas.microsoft.com/office/drawing/2014/main" id="{BED2B27E-724D-E628-5476-5098C5456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7658" y="1434406"/>
            <a:ext cx="238125" cy="190500"/>
          </a:xfrm>
          <a:prstGeom prst="rect">
            <a:avLst/>
          </a:prstGeom>
        </p:spPr>
      </p:pic>
      <p:pic>
        <p:nvPicPr>
          <p:cNvPr id="16" name="SK-15-img-7" descr="preencoded.png">
            <a:extLst>
              <a:ext uri="{FF2B5EF4-FFF2-40B4-BE49-F238E27FC236}">
                <a16:creationId xmlns:a16="http://schemas.microsoft.com/office/drawing/2014/main" id="{4FE82541-4B4F-CB5D-A89F-C73524900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281" y="1575346"/>
            <a:ext cx="166688" cy="137220"/>
          </a:xfrm>
          <a:prstGeom prst="rect">
            <a:avLst/>
          </a:prstGeom>
        </p:spPr>
      </p:pic>
      <p:pic>
        <p:nvPicPr>
          <p:cNvPr id="18" name="SK-15-img-8" descr="preencoded.png">
            <a:extLst>
              <a:ext uri="{FF2B5EF4-FFF2-40B4-BE49-F238E27FC236}">
                <a16:creationId xmlns:a16="http://schemas.microsoft.com/office/drawing/2014/main" id="{481E6A7D-0345-39A0-FEF1-664A3FE175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467" y="1434406"/>
            <a:ext cx="238125" cy="190500"/>
          </a:xfrm>
          <a:prstGeom prst="rect">
            <a:avLst/>
          </a:prstGeom>
        </p:spPr>
      </p:pic>
      <p:pic>
        <p:nvPicPr>
          <p:cNvPr id="20" name="SK-15-img-9" descr="preencoded.png">
            <a:extLst>
              <a:ext uri="{FF2B5EF4-FFF2-40B4-BE49-F238E27FC236}">
                <a16:creationId xmlns:a16="http://schemas.microsoft.com/office/drawing/2014/main" id="{4825807A-2BF5-098D-31FC-3A77D3E9BA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6091" y="1575346"/>
            <a:ext cx="166688" cy="137220"/>
          </a:xfrm>
          <a:prstGeom prst="rect">
            <a:avLst/>
          </a:prstGeom>
        </p:spPr>
      </p:pic>
      <p:pic>
        <p:nvPicPr>
          <p:cNvPr id="22" name="SK-15-img-10" descr="preencoded.png">
            <a:extLst>
              <a:ext uri="{FF2B5EF4-FFF2-40B4-BE49-F238E27FC236}">
                <a16:creationId xmlns:a16="http://schemas.microsoft.com/office/drawing/2014/main" id="{8E6D9798-A0D8-33B4-5B15-DC7D304D7E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1277" y="1434406"/>
            <a:ext cx="238125" cy="190500"/>
          </a:xfrm>
          <a:prstGeom prst="rect">
            <a:avLst/>
          </a:prstGeom>
        </p:spPr>
      </p:pic>
      <p:pic>
        <p:nvPicPr>
          <p:cNvPr id="30" name="SK-15-img-14" descr="preencoded.png">
            <a:extLst>
              <a:ext uri="{FF2B5EF4-FFF2-40B4-BE49-F238E27FC236}">
                <a16:creationId xmlns:a16="http://schemas.microsoft.com/office/drawing/2014/main" id="{9015A536-3A02-0A95-52C5-DDE71A7DC0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378648"/>
            <a:ext cx="4476750" cy="676275"/>
          </a:xfrm>
          <a:prstGeom prst="rect">
            <a:avLst/>
          </a:prstGeom>
        </p:spPr>
      </p:pic>
      <p:pic>
        <p:nvPicPr>
          <p:cNvPr id="32" name="SK-15-img-15" descr="preencoded.png">
            <a:extLst>
              <a:ext uri="{FF2B5EF4-FFF2-40B4-BE49-F238E27FC236}">
                <a16:creationId xmlns:a16="http://schemas.microsoft.com/office/drawing/2014/main" id="{690DF1DA-ADFF-8716-9F55-A4EDF91680E6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0582" y="2034480"/>
            <a:ext cx="6921172" cy="3248917"/>
          </a:xfrm>
          <a:prstGeom prst="rect">
            <a:avLst/>
          </a:prstGeom>
        </p:spPr>
      </p:pic>
      <p:sp>
        <p:nvSpPr>
          <p:cNvPr id="36" name="SK-15-text-18">
            <a:extLst>
              <a:ext uri="{FF2B5EF4-FFF2-40B4-BE49-F238E27FC236}">
                <a16:creationId xmlns:a16="http://schemas.microsoft.com/office/drawing/2014/main" id="{0215774E-15A8-05AC-B916-C90D19B63A5D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38" name="SK-15-text-19">
            <a:extLst>
              <a:ext uri="{FF2B5EF4-FFF2-40B4-BE49-F238E27FC236}">
                <a16:creationId xmlns:a16="http://schemas.microsoft.com/office/drawing/2014/main" id="{B10A0A61-4680-2268-EBC3-0816DA0C4824}"/>
              </a:ext>
            </a:extLst>
          </p:cNvPr>
          <p:cNvSpPr/>
          <p:nvPr/>
        </p:nvSpPr>
        <p:spPr>
          <a:xfrm>
            <a:off x="762000" y="704850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Tableau de bord dynamique et </a:t>
            </a:r>
          </a:p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indicateurs métier — CP4</a:t>
            </a:r>
            <a:endParaRPr lang="en-US" sz="2400" dirty="0"/>
          </a:p>
        </p:txBody>
      </p:sp>
      <p:sp>
        <p:nvSpPr>
          <p:cNvPr id="40" name="SK-15-text-20">
            <a:extLst>
              <a:ext uri="{FF2B5EF4-FFF2-40B4-BE49-F238E27FC236}">
                <a16:creationId xmlns:a16="http://schemas.microsoft.com/office/drawing/2014/main" id="{95FD2001-4422-FF32-79EB-6238EFDFDE35}"/>
              </a:ext>
            </a:extLst>
          </p:cNvPr>
          <p:cNvSpPr/>
          <p:nvPr/>
        </p:nvSpPr>
        <p:spPr>
          <a:xfrm>
            <a:off x="1906786" y="1682056"/>
            <a:ext cx="4762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900" dirty="0"/>
          </a:p>
        </p:txBody>
      </p:sp>
      <p:sp>
        <p:nvSpPr>
          <p:cNvPr id="42" name="SK-15-text-21">
            <a:extLst>
              <a:ext uri="{FF2B5EF4-FFF2-40B4-BE49-F238E27FC236}">
                <a16:creationId xmlns:a16="http://schemas.microsoft.com/office/drawing/2014/main" id="{072453D8-9700-CCAC-6A0A-4124E07378B4}"/>
              </a:ext>
            </a:extLst>
          </p:cNvPr>
          <p:cNvSpPr/>
          <p:nvPr/>
        </p:nvSpPr>
        <p:spPr>
          <a:xfrm>
            <a:off x="2915245" y="1682056"/>
            <a:ext cx="7429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Express</a:t>
            </a:r>
            <a:endParaRPr lang="en-US" sz="900" dirty="0"/>
          </a:p>
        </p:txBody>
      </p:sp>
      <p:sp>
        <p:nvSpPr>
          <p:cNvPr id="44" name="SK-15-text-22">
            <a:extLst>
              <a:ext uri="{FF2B5EF4-FFF2-40B4-BE49-F238E27FC236}">
                <a16:creationId xmlns:a16="http://schemas.microsoft.com/office/drawing/2014/main" id="{48B78639-7130-5A8F-6CA1-7B6195023CF8}"/>
              </a:ext>
            </a:extLst>
          </p:cNvPr>
          <p:cNvSpPr/>
          <p:nvPr/>
        </p:nvSpPr>
        <p:spPr>
          <a:xfrm>
            <a:off x="4095155" y="1682056"/>
            <a:ext cx="6667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46" name="SK-15-text-23">
            <a:extLst>
              <a:ext uri="{FF2B5EF4-FFF2-40B4-BE49-F238E27FC236}">
                <a16:creationId xmlns:a16="http://schemas.microsoft.com/office/drawing/2014/main" id="{F5B62F37-A92C-BDC9-C68D-088CAB22F2E1}"/>
              </a:ext>
            </a:extLst>
          </p:cNvPr>
          <p:cNvSpPr/>
          <p:nvPr/>
        </p:nvSpPr>
        <p:spPr>
          <a:xfrm>
            <a:off x="5232202" y="1682056"/>
            <a:ext cx="67627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00" dirty="0"/>
          </a:p>
        </p:txBody>
      </p:sp>
      <p:sp>
        <p:nvSpPr>
          <p:cNvPr id="52" name="SK-15-text-26">
            <a:extLst>
              <a:ext uri="{FF2B5EF4-FFF2-40B4-BE49-F238E27FC236}">
                <a16:creationId xmlns:a16="http://schemas.microsoft.com/office/drawing/2014/main" id="{4738441A-E803-DD0D-7743-1C2E60D3AF9F}"/>
              </a:ext>
            </a:extLst>
          </p:cNvPr>
          <p:cNvSpPr/>
          <p:nvPr/>
        </p:nvSpPr>
        <p:spPr>
          <a:xfrm>
            <a:off x="762000" y="5473898"/>
            <a:ext cx="409575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L'interface transforme les données métier brutes en information stratégique exploitable en temps réel.</a:t>
            </a:r>
            <a:endParaRPr lang="en-US" sz="1275" dirty="0"/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4D19E09B-386E-D3C3-EEA8-1CB515F6EB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71130" y="581025"/>
            <a:ext cx="4350288" cy="5624786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D3DD8BFB-3C2D-1BC3-1973-00136977D032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05"/>
          <a:stretch>
            <a:fillRect/>
          </a:stretch>
        </p:blipFill>
        <p:spPr bwMode="auto">
          <a:xfrm>
            <a:off x="503713" y="2301808"/>
            <a:ext cx="6541135" cy="26727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48739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83EDA67-76C6-8908-5223-C1E6AC5F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489ED14-C5EA-A003-7281-786F22B0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9C19A4-1065-4FE7-B631-A755155F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16</a:t>
            </a:fld>
            <a:endParaRPr lang="fr-FR"/>
          </a:p>
        </p:txBody>
      </p:sp>
      <p:pic>
        <p:nvPicPr>
          <p:cNvPr id="6" name="SK-16-img-3" descr="preencoded.png">
            <a:extLst>
              <a:ext uri="{FF2B5EF4-FFF2-40B4-BE49-F238E27FC236}">
                <a16:creationId xmlns:a16="http://schemas.microsoft.com/office/drawing/2014/main" id="{8EBDB31C-76B9-37B7-A8E5-74E58770D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16-img-4" descr="preencoded.png">
            <a:extLst>
              <a:ext uri="{FF2B5EF4-FFF2-40B4-BE49-F238E27FC236}">
                <a16:creationId xmlns:a16="http://schemas.microsoft.com/office/drawing/2014/main" id="{A73AE63F-6457-8C51-726A-8E5440625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1251496"/>
            <a:ext cx="6324600" cy="3977729"/>
          </a:xfrm>
          <a:prstGeom prst="rect">
            <a:avLst/>
          </a:prstGeom>
        </p:spPr>
      </p:pic>
      <p:sp>
        <p:nvSpPr>
          <p:cNvPr id="20" name="SK-16-text-11">
            <a:extLst>
              <a:ext uri="{FF2B5EF4-FFF2-40B4-BE49-F238E27FC236}">
                <a16:creationId xmlns:a16="http://schemas.microsoft.com/office/drawing/2014/main" id="{E4882AC6-7BCB-2744-44D1-5C32C55F435D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22" name="SK-16-text-12">
            <a:extLst>
              <a:ext uri="{FF2B5EF4-FFF2-40B4-BE49-F238E27FC236}">
                <a16:creationId xmlns:a16="http://schemas.microsoft.com/office/drawing/2014/main" id="{A3ED8450-9EC5-AC34-6105-2E281834EBBA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Conception de la base de données relationnelle — CP5</a:t>
            </a:r>
            <a:endParaRPr lang="en-US" sz="2400" dirty="0"/>
          </a:p>
        </p:txBody>
      </p:sp>
      <p:sp>
        <p:nvSpPr>
          <p:cNvPr id="24" name="SK-16-text-13">
            <a:extLst>
              <a:ext uri="{FF2B5EF4-FFF2-40B4-BE49-F238E27FC236}">
                <a16:creationId xmlns:a16="http://schemas.microsoft.com/office/drawing/2014/main" id="{65778304-BBF1-40ED-4EF4-02C70858B52A}"/>
              </a:ext>
            </a:extLst>
          </p:cNvPr>
          <p:cNvSpPr/>
          <p:nvPr/>
        </p:nvSpPr>
        <p:spPr>
          <a:xfrm>
            <a:off x="571500" y="2487811"/>
            <a:ext cx="86868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2D5A27">
                    <a:alpha val="15000"/>
                  </a:srgbClr>
                </a:solidFill>
              </a:rPr>
              <a:t>CLIENT</a:t>
            </a:r>
            <a:endParaRPr lang="en-US" sz="9000" dirty="0"/>
          </a:p>
        </p:txBody>
      </p:sp>
      <p:sp>
        <p:nvSpPr>
          <p:cNvPr id="26" name="SK-16-text-14">
            <a:extLst>
              <a:ext uri="{FF2B5EF4-FFF2-40B4-BE49-F238E27FC236}">
                <a16:creationId xmlns:a16="http://schemas.microsoft.com/office/drawing/2014/main" id="{82CF9218-B80E-CF27-FF8D-F0719440F359}"/>
              </a:ext>
            </a:extLst>
          </p:cNvPr>
          <p:cNvSpPr/>
          <p:nvPr/>
        </p:nvSpPr>
        <p:spPr>
          <a:xfrm>
            <a:off x="647700" y="3440311"/>
            <a:ext cx="3689985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1A2419"/>
                </a:solidFill>
              </a:rPr>
              <a:t>Entité Pivot</a:t>
            </a:r>
            <a:endParaRPr lang="en-US" sz="1950" dirty="0"/>
          </a:p>
        </p:txBody>
      </p:sp>
      <p:sp>
        <p:nvSpPr>
          <p:cNvPr id="28" name="SK-16-text-15">
            <a:extLst>
              <a:ext uri="{FF2B5EF4-FFF2-40B4-BE49-F238E27FC236}">
                <a16:creationId xmlns:a16="http://schemas.microsoft.com/office/drawing/2014/main" id="{89C15370-A600-D689-6A4E-0FAFC93A5D1E}"/>
              </a:ext>
            </a:extLst>
          </p:cNvPr>
          <p:cNvSpPr/>
          <p:nvPr/>
        </p:nvSpPr>
        <p:spPr>
          <a:xfrm>
            <a:off x="647700" y="3887986"/>
            <a:ext cx="3048000" cy="971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Modélisation centrée sur le cycle métier, garantissant l'intégrité référentielle et la traçabilité des opérations.</a:t>
            </a:r>
            <a:endParaRPr lang="en-US" sz="1275" dirty="0"/>
          </a:p>
        </p:txBody>
      </p:sp>
      <p:pic>
        <p:nvPicPr>
          <p:cNvPr id="48" name="SK-3-img-18">
            <a:extLst>
              <a:ext uri="{FF2B5EF4-FFF2-40B4-BE49-F238E27FC236}">
                <a16:creationId xmlns:a16="http://schemas.microsoft.com/office/drawing/2014/main" id="{275580DB-FA5E-5BFB-60CF-7DEAD8112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649" y="1083737"/>
            <a:ext cx="7193161" cy="462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01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5E7FA5-A818-ABBF-1B8A-EED81DB7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49577CC-1DDB-7A21-564A-42B93D04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F9A096-DDCB-33EF-E8FF-B73D3F27F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17</a:t>
            </a:fld>
            <a:endParaRPr lang="fr-FR"/>
          </a:p>
        </p:txBody>
      </p:sp>
      <p:pic>
        <p:nvPicPr>
          <p:cNvPr id="6" name="SK-17-img-3" descr="preencoded.png">
            <a:extLst>
              <a:ext uri="{FF2B5EF4-FFF2-40B4-BE49-F238E27FC236}">
                <a16:creationId xmlns:a16="http://schemas.microsoft.com/office/drawing/2014/main" id="{D07E6F67-E8AB-AEB3-D704-114B106DB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17-img-4" descr="preencoded.png">
            <a:extLst>
              <a:ext uri="{FF2B5EF4-FFF2-40B4-BE49-F238E27FC236}">
                <a16:creationId xmlns:a16="http://schemas.microsoft.com/office/drawing/2014/main" id="{B296F27F-A2DB-D9BA-1FF3-D0FF10CED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1496"/>
            <a:ext cx="11049000" cy="762000"/>
          </a:xfrm>
          <a:prstGeom prst="rect">
            <a:avLst/>
          </a:prstGeom>
        </p:spPr>
      </p:pic>
      <p:pic>
        <p:nvPicPr>
          <p:cNvPr id="10" name="SK-17-img-5" descr="preencoded.png">
            <a:extLst>
              <a:ext uri="{FF2B5EF4-FFF2-40B4-BE49-F238E27FC236}">
                <a16:creationId xmlns:a16="http://schemas.microsoft.com/office/drawing/2014/main" id="{5286CA15-1FE8-F6AC-675E-33519EDA4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381" y="1375321"/>
            <a:ext cx="285750" cy="228600"/>
          </a:xfrm>
          <a:prstGeom prst="rect">
            <a:avLst/>
          </a:prstGeom>
        </p:spPr>
      </p:pic>
      <p:pic>
        <p:nvPicPr>
          <p:cNvPr id="12" name="SK-17-img-6" descr="preencoded.png">
            <a:extLst>
              <a:ext uri="{FF2B5EF4-FFF2-40B4-BE49-F238E27FC236}">
                <a16:creationId xmlns:a16="http://schemas.microsoft.com/office/drawing/2014/main" id="{F25C6CF2-E96D-EAC9-14C4-44083F356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2844" y="1544836"/>
            <a:ext cx="214313" cy="175320"/>
          </a:xfrm>
          <a:prstGeom prst="rect">
            <a:avLst/>
          </a:prstGeom>
        </p:spPr>
      </p:pic>
      <p:pic>
        <p:nvPicPr>
          <p:cNvPr id="14" name="SK-17-img-7" descr="preencoded.png">
            <a:extLst>
              <a:ext uri="{FF2B5EF4-FFF2-40B4-BE49-F238E27FC236}">
                <a16:creationId xmlns:a16="http://schemas.microsoft.com/office/drawing/2014/main" id="{99322E8A-5664-E43E-E80B-F85DD58DA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4869" y="1375321"/>
            <a:ext cx="285750" cy="228600"/>
          </a:xfrm>
          <a:prstGeom prst="rect">
            <a:avLst/>
          </a:prstGeom>
        </p:spPr>
      </p:pic>
      <p:pic>
        <p:nvPicPr>
          <p:cNvPr id="16" name="SK-17-img-8" descr="preencoded.png">
            <a:extLst>
              <a:ext uri="{FF2B5EF4-FFF2-40B4-BE49-F238E27FC236}">
                <a16:creationId xmlns:a16="http://schemas.microsoft.com/office/drawing/2014/main" id="{78A7D2FF-EAEF-7DF5-EFA6-26E5AAB7FB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331" y="1544836"/>
            <a:ext cx="214313" cy="175320"/>
          </a:xfrm>
          <a:prstGeom prst="rect">
            <a:avLst/>
          </a:prstGeom>
        </p:spPr>
      </p:pic>
      <p:pic>
        <p:nvPicPr>
          <p:cNvPr id="18" name="SK-17-img-9" descr="preencoded.png">
            <a:extLst>
              <a:ext uri="{FF2B5EF4-FFF2-40B4-BE49-F238E27FC236}">
                <a16:creationId xmlns:a16="http://schemas.microsoft.com/office/drawing/2014/main" id="{D8A62CD2-62F4-1674-4AF2-9FD890FB0F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0331" y="1375321"/>
            <a:ext cx="285750" cy="228600"/>
          </a:xfrm>
          <a:prstGeom prst="rect">
            <a:avLst/>
          </a:prstGeom>
        </p:spPr>
      </p:pic>
      <p:pic>
        <p:nvPicPr>
          <p:cNvPr id="20" name="SK-17-img-10" descr="preencoded.png">
            <a:extLst>
              <a:ext uri="{FF2B5EF4-FFF2-40B4-BE49-F238E27FC236}">
                <a16:creationId xmlns:a16="http://schemas.microsoft.com/office/drawing/2014/main" id="{E46C0EEC-03F9-106F-9F13-B190EB152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3769" y="1544836"/>
            <a:ext cx="214313" cy="175320"/>
          </a:xfrm>
          <a:prstGeom prst="rect">
            <a:avLst/>
          </a:prstGeom>
        </p:spPr>
      </p:pic>
      <p:pic>
        <p:nvPicPr>
          <p:cNvPr id="22" name="SK-17-img-11" descr="preencoded.png">
            <a:extLst>
              <a:ext uri="{FF2B5EF4-FFF2-40B4-BE49-F238E27FC236}">
                <a16:creationId xmlns:a16="http://schemas.microsoft.com/office/drawing/2014/main" id="{0ADC4E46-9E79-7E30-1A89-89F390FF22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5331" y="1375321"/>
            <a:ext cx="285750" cy="228600"/>
          </a:xfrm>
          <a:prstGeom prst="rect">
            <a:avLst/>
          </a:prstGeom>
        </p:spPr>
      </p:pic>
      <p:pic>
        <p:nvPicPr>
          <p:cNvPr id="24" name="SK-17-img-12" descr="preencoded.png">
            <a:extLst>
              <a:ext uri="{FF2B5EF4-FFF2-40B4-BE49-F238E27FC236}">
                <a16:creationId xmlns:a16="http://schemas.microsoft.com/office/drawing/2014/main" id="{C86C1283-4E95-A738-3747-A5832C3899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302073"/>
            <a:ext cx="214313" cy="175320"/>
          </a:xfrm>
          <a:prstGeom prst="rect">
            <a:avLst/>
          </a:prstGeom>
        </p:spPr>
      </p:pic>
      <p:pic>
        <p:nvPicPr>
          <p:cNvPr id="26" name="SK-17-img-13" descr="preencoded.png">
            <a:extLst>
              <a:ext uri="{FF2B5EF4-FFF2-40B4-BE49-F238E27FC236}">
                <a16:creationId xmlns:a16="http://schemas.microsoft.com/office/drawing/2014/main" id="{533D13AD-977D-F0E8-3C41-690AB58081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613570"/>
            <a:ext cx="6196708" cy="3469729"/>
          </a:xfrm>
          <a:prstGeom prst="rect">
            <a:avLst/>
          </a:prstGeom>
        </p:spPr>
      </p:pic>
      <p:pic>
        <p:nvPicPr>
          <p:cNvPr id="30" name="SK-17-img-15" descr="preencoded.png">
            <a:extLst>
              <a:ext uri="{FF2B5EF4-FFF2-40B4-BE49-F238E27FC236}">
                <a16:creationId xmlns:a16="http://schemas.microsoft.com/office/drawing/2014/main" id="{ADFBB4B5-6D44-A84F-3854-CC4A648AE7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5400" y="2340173"/>
            <a:ext cx="148050" cy="121113"/>
          </a:xfrm>
          <a:prstGeom prst="rect">
            <a:avLst/>
          </a:prstGeom>
        </p:spPr>
      </p:pic>
      <p:pic>
        <p:nvPicPr>
          <p:cNvPr id="32" name="SK-17-img-16" descr="preencoded.png">
            <a:extLst>
              <a:ext uri="{FF2B5EF4-FFF2-40B4-BE49-F238E27FC236}">
                <a16:creationId xmlns:a16="http://schemas.microsoft.com/office/drawing/2014/main" id="{CD455394-D50D-4E82-75DB-53E9646445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3507" y="2628449"/>
            <a:ext cx="4553041" cy="3059477"/>
          </a:xfrm>
          <a:prstGeom prst="rect">
            <a:avLst/>
          </a:prstGeom>
        </p:spPr>
      </p:pic>
      <p:pic>
        <p:nvPicPr>
          <p:cNvPr id="34" name="SK-17-img-17" descr="preencoded.png">
            <a:extLst>
              <a:ext uri="{FF2B5EF4-FFF2-40B4-BE49-F238E27FC236}">
                <a16:creationId xmlns:a16="http://schemas.microsoft.com/office/drawing/2014/main" id="{7A73F1BA-C8A3-D609-0C4A-EB207F0724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9698" y="2746920"/>
            <a:ext cx="4360661" cy="2859583"/>
          </a:xfrm>
          <a:prstGeom prst="rect">
            <a:avLst/>
          </a:prstGeom>
        </p:spPr>
      </p:pic>
      <p:sp>
        <p:nvSpPr>
          <p:cNvPr id="36" name="SK-17-text-19">
            <a:extLst>
              <a:ext uri="{FF2B5EF4-FFF2-40B4-BE49-F238E27FC236}">
                <a16:creationId xmlns:a16="http://schemas.microsoft.com/office/drawing/2014/main" id="{1CF02CD8-4A98-CC26-7E75-59854B01EA44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38" name="SK-17-text-20">
            <a:extLst>
              <a:ext uri="{FF2B5EF4-FFF2-40B4-BE49-F238E27FC236}">
                <a16:creationId xmlns:a16="http://schemas.microsoft.com/office/drawing/2014/main" id="{208ADE0A-9825-CCB7-8FB1-F2087F46A647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Modélisation des données avec Sequelize — CP5</a:t>
            </a:r>
            <a:endParaRPr lang="en-US" sz="2400" dirty="0"/>
          </a:p>
        </p:txBody>
      </p:sp>
      <p:sp>
        <p:nvSpPr>
          <p:cNvPr id="40" name="SK-17-text-21">
            <a:extLst>
              <a:ext uri="{FF2B5EF4-FFF2-40B4-BE49-F238E27FC236}">
                <a16:creationId xmlns:a16="http://schemas.microsoft.com/office/drawing/2014/main" id="{BA64D03B-8E4A-10DE-9D9F-F8751BE9AC41}"/>
              </a:ext>
            </a:extLst>
          </p:cNvPr>
          <p:cNvSpPr/>
          <p:nvPr/>
        </p:nvSpPr>
        <p:spPr>
          <a:xfrm>
            <a:off x="2912269" y="1661071"/>
            <a:ext cx="99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MySQL</a:t>
            </a:r>
            <a:endParaRPr lang="en-US" sz="1200" dirty="0"/>
          </a:p>
        </p:txBody>
      </p:sp>
      <p:sp>
        <p:nvSpPr>
          <p:cNvPr id="42" name="SK-17-text-22">
            <a:extLst>
              <a:ext uri="{FF2B5EF4-FFF2-40B4-BE49-F238E27FC236}">
                <a16:creationId xmlns:a16="http://schemas.microsoft.com/office/drawing/2014/main" id="{40D7C2A2-8438-912D-11A0-F55BC07DB95B}"/>
              </a:ext>
            </a:extLst>
          </p:cNvPr>
          <p:cNvSpPr/>
          <p:nvPr/>
        </p:nvSpPr>
        <p:spPr>
          <a:xfrm>
            <a:off x="4145756" y="1661071"/>
            <a:ext cx="2819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Sequelize (ORM)</a:t>
            </a:r>
            <a:endParaRPr lang="en-US" sz="1200" dirty="0"/>
          </a:p>
        </p:txBody>
      </p:sp>
      <p:sp>
        <p:nvSpPr>
          <p:cNvPr id="44" name="SK-17-text-23">
            <a:extLst>
              <a:ext uri="{FF2B5EF4-FFF2-40B4-BE49-F238E27FC236}">
                <a16:creationId xmlns:a16="http://schemas.microsoft.com/office/drawing/2014/main" id="{A2D92838-648C-14EE-7DEC-F9E8AF2C6070}"/>
              </a:ext>
            </a:extLst>
          </p:cNvPr>
          <p:cNvSpPr/>
          <p:nvPr/>
        </p:nvSpPr>
        <p:spPr>
          <a:xfrm>
            <a:off x="6141244" y="1661071"/>
            <a:ext cx="2087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Modèle (JS)</a:t>
            </a:r>
            <a:endParaRPr lang="en-US" sz="1200" dirty="0"/>
          </a:p>
        </p:txBody>
      </p:sp>
      <p:sp>
        <p:nvSpPr>
          <p:cNvPr id="46" name="SK-17-text-24">
            <a:extLst>
              <a:ext uri="{FF2B5EF4-FFF2-40B4-BE49-F238E27FC236}">
                <a16:creationId xmlns:a16="http://schemas.microsoft.com/office/drawing/2014/main" id="{86E19CE9-46CA-D40B-CCD7-983EC3F89D6E}"/>
              </a:ext>
            </a:extLst>
          </p:cNvPr>
          <p:cNvSpPr/>
          <p:nvPr/>
        </p:nvSpPr>
        <p:spPr>
          <a:xfrm>
            <a:off x="7736681" y="1661071"/>
            <a:ext cx="3368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Contrôleur Express</a:t>
            </a:r>
            <a:endParaRPr lang="en-US" sz="1200" dirty="0"/>
          </a:p>
        </p:txBody>
      </p:sp>
      <p:sp>
        <p:nvSpPr>
          <p:cNvPr id="48" name="SK-17-text-25">
            <a:extLst>
              <a:ext uri="{FF2B5EF4-FFF2-40B4-BE49-F238E27FC236}">
                <a16:creationId xmlns:a16="http://schemas.microsoft.com/office/drawing/2014/main" id="{14193275-608B-C375-18BB-F74223F4B6B5}"/>
              </a:ext>
            </a:extLst>
          </p:cNvPr>
          <p:cNvSpPr/>
          <p:nvPr/>
        </p:nvSpPr>
        <p:spPr>
          <a:xfrm>
            <a:off x="862013" y="2261146"/>
            <a:ext cx="54102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A5D48"/>
                </a:solidFill>
              </a:rPr>
              <a:t>Définition du Modèle</a:t>
            </a:r>
            <a:endParaRPr lang="en-US" sz="1350" dirty="0"/>
          </a:p>
        </p:txBody>
      </p:sp>
      <p:sp>
        <p:nvSpPr>
          <p:cNvPr id="54" name="SK-17-text-28">
            <a:extLst>
              <a:ext uri="{FF2B5EF4-FFF2-40B4-BE49-F238E27FC236}">
                <a16:creationId xmlns:a16="http://schemas.microsoft.com/office/drawing/2014/main" id="{992BB97A-FF29-CC8C-574E-B04EE1714B36}"/>
              </a:ext>
            </a:extLst>
          </p:cNvPr>
          <p:cNvSpPr/>
          <p:nvPr/>
        </p:nvSpPr>
        <p:spPr>
          <a:xfrm>
            <a:off x="7585912" y="2299246"/>
            <a:ext cx="3591622" cy="1776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A5D48"/>
                </a:solidFill>
              </a:rPr>
              <a:t>Structure du Projet</a:t>
            </a:r>
            <a:endParaRPr lang="en-US" sz="1350" dirty="0"/>
          </a:p>
        </p:txBody>
      </p:sp>
      <p:sp>
        <p:nvSpPr>
          <p:cNvPr id="60" name="SK-17-text-31">
            <a:extLst>
              <a:ext uri="{FF2B5EF4-FFF2-40B4-BE49-F238E27FC236}">
                <a16:creationId xmlns:a16="http://schemas.microsoft.com/office/drawing/2014/main" id="{ED7B1B40-E122-9516-48C6-73167302B5E2}"/>
              </a:ext>
            </a:extLst>
          </p:cNvPr>
          <p:cNvSpPr/>
          <p:nvPr/>
        </p:nvSpPr>
        <p:spPr>
          <a:xfrm>
            <a:off x="7107941" y="5701753"/>
            <a:ext cx="4553041" cy="318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Sequelize relie le modèle relationnel à la logique métier en automatisant les interactions SQL.</a:t>
            </a:r>
            <a:endParaRPr lang="en-US" sz="1275" dirty="0"/>
          </a:p>
        </p:txBody>
      </p:sp>
      <p:pic>
        <p:nvPicPr>
          <p:cNvPr id="62" name="Image 61">
            <a:extLst>
              <a:ext uri="{FF2B5EF4-FFF2-40B4-BE49-F238E27FC236}">
                <a16:creationId xmlns:a16="http://schemas.microsoft.com/office/drawing/2014/main" id="{277EF7EA-9E44-0D41-B1C7-C2151851EEE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45426" y="2969691"/>
            <a:ext cx="2042649" cy="2414039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7C2DE981-592D-B91C-877D-2BA67084ACD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5377" y="2621943"/>
            <a:ext cx="4672054" cy="339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03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446D6EE-D625-3219-AF12-0B1049C1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475B52-878C-583A-F16C-25BDB5394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B95E0A-0AFF-AA2D-455D-D42FC89C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18</a:t>
            </a:fld>
            <a:endParaRPr lang="fr-FR"/>
          </a:p>
        </p:txBody>
      </p:sp>
      <p:pic>
        <p:nvPicPr>
          <p:cNvPr id="6" name="SK-18-img-3" descr="preencoded.png">
            <a:extLst>
              <a:ext uri="{FF2B5EF4-FFF2-40B4-BE49-F238E27FC236}">
                <a16:creationId xmlns:a16="http://schemas.microsoft.com/office/drawing/2014/main" id="{8616189B-0066-17D3-7AFE-AE57EB151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42" name="SK-18-img-21" descr="preencoded.png">
            <a:extLst>
              <a:ext uri="{FF2B5EF4-FFF2-40B4-BE49-F238E27FC236}">
                <a16:creationId xmlns:a16="http://schemas.microsoft.com/office/drawing/2014/main" id="{6E52D7B8-3834-70DC-B93E-B086E945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118" y="1970478"/>
            <a:ext cx="2748409" cy="839986"/>
          </a:xfrm>
          <a:prstGeom prst="rect">
            <a:avLst/>
          </a:prstGeom>
        </p:spPr>
      </p:pic>
      <p:pic>
        <p:nvPicPr>
          <p:cNvPr id="44" name="SK-18-img-22" descr="preencoded.png">
            <a:extLst>
              <a:ext uri="{FF2B5EF4-FFF2-40B4-BE49-F238E27FC236}">
                <a16:creationId xmlns:a16="http://schemas.microsoft.com/office/drawing/2014/main" id="{4E860680-EC58-C250-0949-57CBA1053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118" y="3072548"/>
            <a:ext cx="2748409" cy="839986"/>
          </a:xfrm>
          <a:prstGeom prst="rect">
            <a:avLst/>
          </a:prstGeom>
        </p:spPr>
      </p:pic>
      <p:pic>
        <p:nvPicPr>
          <p:cNvPr id="46" name="SK-18-img-23" descr="preencoded.png">
            <a:extLst>
              <a:ext uri="{FF2B5EF4-FFF2-40B4-BE49-F238E27FC236}">
                <a16:creationId xmlns:a16="http://schemas.microsoft.com/office/drawing/2014/main" id="{B5798B4A-5633-CBC1-0F21-77D3F7904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118" y="4174618"/>
            <a:ext cx="2748409" cy="839986"/>
          </a:xfrm>
          <a:prstGeom prst="rect">
            <a:avLst/>
          </a:prstGeom>
        </p:spPr>
      </p:pic>
      <p:pic>
        <p:nvPicPr>
          <p:cNvPr id="48" name="SK-18-img-24" descr="preencoded.png">
            <a:extLst>
              <a:ext uri="{FF2B5EF4-FFF2-40B4-BE49-F238E27FC236}">
                <a16:creationId xmlns:a16="http://schemas.microsoft.com/office/drawing/2014/main" id="{2C610FF0-3537-F104-1AA4-2EF552CC9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118" y="5276688"/>
            <a:ext cx="2748409" cy="839986"/>
          </a:xfrm>
          <a:prstGeom prst="rect">
            <a:avLst/>
          </a:prstGeom>
        </p:spPr>
      </p:pic>
      <p:sp>
        <p:nvSpPr>
          <p:cNvPr id="60" name="SK-18-text-32">
            <a:extLst>
              <a:ext uri="{FF2B5EF4-FFF2-40B4-BE49-F238E27FC236}">
                <a16:creationId xmlns:a16="http://schemas.microsoft.com/office/drawing/2014/main" id="{280FFA74-26C7-55B7-EDD5-032AB6D27E44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62" name="SK-18-text-33">
            <a:extLst>
              <a:ext uri="{FF2B5EF4-FFF2-40B4-BE49-F238E27FC236}">
                <a16:creationId xmlns:a16="http://schemas.microsoft.com/office/drawing/2014/main" id="{D258DC59-EC85-A65B-F317-9EA4BC1EF880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Architecture MVC</a:t>
            </a:r>
            <a:endParaRPr lang="en-US" sz="2400" dirty="0"/>
          </a:p>
        </p:txBody>
      </p:sp>
      <p:sp>
        <p:nvSpPr>
          <p:cNvPr id="78" name="SK-18-text-41">
            <a:extLst>
              <a:ext uri="{FF2B5EF4-FFF2-40B4-BE49-F238E27FC236}">
                <a16:creationId xmlns:a16="http://schemas.microsoft.com/office/drawing/2014/main" id="{78C13B5C-6008-FEEF-8F04-2D54290EFE49}"/>
              </a:ext>
            </a:extLst>
          </p:cNvPr>
          <p:cNvSpPr/>
          <p:nvPr/>
        </p:nvSpPr>
        <p:spPr>
          <a:xfrm>
            <a:off x="6487418" y="2084778"/>
            <a:ext cx="259600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</a:rPr>
              <a:t>ROUTES</a:t>
            </a:r>
            <a:endParaRPr lang="en-US" sz="1050" dirty="0"/>
          </a:p>
        </p:txBody>
      </p:sp>
      <p:sp>
        <p:nvSpPr>
          <p:cNvPr id="80" name="SK-18-text-42">
            <a:extLst>
              <a:ext uri="{FF2B5EF4-FFF2-40B4-BE49-F238E27FC236}">
                <a16:creationId xmlns:a16="http://schemas.microsoft.com/office/drawing/2014/main" id="{E97520E4-21B5-8666-BA10-CDDF3FBC6A9A}"/>
              </a:ext>
            </a:extLst>
          </p:cNvPr>
          <p:cNvSpPr/>
          <p:nvPr/>
        </p:nvSpPr>
        <p:spPr>
          <a:xfrm>
            <a:off x="6487418" y="2322903"/>
            <a:ext cx="251980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Réception des requêtes HTTP et aiguillage vers les contrôleurs.</a:t>
            </a:r>
            <a:endParaRPr lang="en-US" sz="1050" dirty="0"/>
          </a:p>
        </p:txBody>
      </p:sp>
      <p:sp>
        <p:nvSpPr>
          <p:cNvPr id="82" name="SK-18-text-43">
            <a:extLst>
              <a:ext uri="{FF2B5EF4-FFF2-40B4-BE49-F238E27FC236}">
                <a16:creationId xmlns:a16="http://schemas.microsoft.com/office/drawing/2014/main" id="{05FEFF57-83FB-CCC5-9D92-5B86A4EE7EE1}"/>
              </a:ext>
            </a:extLst>
          </p:cNvPr>
          <p:cNvSpPr/>
          <p:nvPr/>
        </p:nvSpPr>
        <p:spPr>
          <a:xfrm>
            <a:off x="6487418" y="3186848"/>
            <a:ext cx="259600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</a:rPr>
              <a:t>CONTRÔLEURS</a:t>
            </a:r>
            <a:endParaRPr lang="en-US" sz="1050" dirty="0"/>
          </a:p>
        </p:txBody>
      </p:sp>
      <p:sp>
        <p:nvSpPr>
          <p:cNvPr id="84" name="SK-18-text-44">
            <a:extLst>
              <a:ext uri="{FF2B5EF4-FFF2-40B4-BE49-F238E27FC236}">
                <a16:creationId xmlns:a16="http://schemas.microsoft.com/office/drawing/2014/main" id="{1C8553F6-D7F8-CB4A-F883-4D1CB4BF37E9}"/>
              </a:ext>
            </a:extLst>
          </p:cNvPr>
          <p:cNvSpPr/>
          <p:nvPr/>
        </p:nvSpPr>
        <p:spPr>
          <a:xfrm>
            <a:off x="6487418" y="3424973"/>
            <a:ext cx="251980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de la logique métier et lien entre modèles et vues.</a:t>
            </a:r>
            <a:endParaRPr lang="en-US" sz="1050" dirty="0"/>
          </a:p>
        </p:txBody>
      </p:sp>
      <p:sp>
        <p:nvSpPr>
          <p:cNvPr id="86" name="SK-18-text-45">
            <a:extLst>
              <a:ext uri="{FF2B5EF4-FFF2-40B4-BE49-F238E27FC236}">
                <a16:creationId xmlns:a16="http://schemas.microsoft.com/office/drawing/2014/main" id="{8F834AD6-2929-0CE0-B619-6D03C50B0EEA}"/>
              </a:ext>
            </a:extLst>
          </p:cNvPr>
          <p:cNvSpPr/>
          <p:nvPr/>
        </p:nvSpPr>
        <p:spPr>
          <a:xfrm>
            <a:off x="6487418" y="4288918"/>
            <a:ext cx="259600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</a:rPr>
              <a:t>MODÈLES</a:t>
            </a:r>
            <a:endParaRPr lang="en-US" sz="1050" dirty="0"/>
          </a:p>
        </p:txBody>
      </p:sp>
      <p:sp>
        <p:nvSpPr>
          <p:cNvPr id="88" name="SK-18-text-46">
            <a:extLst>
              <a:ext uri="{FF2B5EF4-FFF2-40B4-BE49-F238E27FC236}">
                <a16:creationId xmlns:a16="http://schemas.microsoft.com/office/drawing/2014/main" id="{4434558C-496F-17AC-6560-D394ACDA534F}"/>
              </a:ext>
            </a:extLst>
          </p:cNvPr>
          <p:cNvSpPr/>
          <p:nvPr/>
        </p:nvSpPr>
        <p:spPr>
          <a:xfrm>
            <a:off x="6487418" y="4527043"/>
            <a:ext cx="251980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 aux données et représentation des entités via Sequelize.</a:t>
            </a:r>
            <a:endParaRPr lang="en-US" sz="1050" dirty="0"/>
          </a:p>
        </p:txBody>
      </p:sp>
      <p:sp>
        <p:nvSpPr>
          <p:cNvPr id="90" name="SK-18-text-47">
            <a:extLst>
              <a:ext uri="{FF2B5EF4-FFF2-40B4-BE49-F238E27FC236}">
                <a16:creationId xmlns:a16="http://schemas.microsoft.com/office/drawing/2014/main" id="{58502D58-874D-DB3C-6988-A10BC81435BA}"/>
              </a:ext>
            </a:extLst>
          </p:cNvPr>
          <p:cNvSpPr/>
          <p:nvPr/>
        </p:nvSpPr>
        <p:spPr>
          <a:xfrm>
            <a:off x="6487418" y="5390988"/>
            <a:ext cx="259600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</a:rPr>
              <a:t>VUES</a:t>
            </a:r>
            <a:endParaRPr lang="en-US" sz="1050" dirty="0"/>
          </a:p>
        </p:txBody>
      </p:sp>
      <p:sp>
        <p:nvSpPr>
          <p:cNvPr id="92" name="SK-18-text-48">
            <a:extLst>
              <a:ext uri="{FF2B5EF4-FFF2-40B4-BE49-F238E27FC236}">
                <a16:creationId xmlns:a16="http://schemas.microsoft.com/office/drawing/2014/main" id="{166AF0AB-60CA-332C-96B6-22024B600F8F}"/>
              </a:ext>
            </a:extLst>
          </p:cNvPr>
          <p:cNvSpPr/>
          <p:nvPr/>
        </p:nvSpPr>
        <p:spPr>
          <a:xfrm>
            <a:off x="6487418" y="5629113"/>
            <a:ext cx="251980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des réponses à l'utilisateur via les templates HTML.</a:t>
            </a:r>
            <a:endParaRPr lang="en-US" sz="1050" dirty="0"/>
          </a:p>
        </p:txBody>
      </p:sp>
      <p:pic>
        <p:nvPicPr>
          <p:cNvPr id="96" name="SK-18-img-31" descr="preencoded.png">
            <a:extLst>
              <a:ext uri="{FF2B5EF4-FFF2-40B4-BE49-F238E27FC236}">
                <a16:creationId xmlns:a16="http://schemas.microsoft.com/office/drawing/2014/main" id="{9B19B2E9-7760-287A-F90B-E94CD747D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100130"/>
            <a:ext cx="178594" cy="148828"/>
          </a:xfrm>
          <a:prstGeom prst="rect">
            <a:avLst/>
          </a:prstGeom>
        </p:spPr>
      </p:pic>
      <p:sp>
        <p:nvSpPr>
          <p:cNvPr id="98" name="SK-18-text-51">
            <a:extLst>
              <a:ext uri="{FF2B5EF4-FFF2-40B4-BE49-F238E27FC236}">
                <a16:creationId xmlns:a16="http://schemas.microsoft.com/office/drawing/2014/main" id="{22DB331F-887F-9AA5-61CC-47CA6F66BF5F}"/>
              </a:ext>
            </a:extLst>
          </p:cNvPr>
          <p:cNvSpPr/>
          <p:nvPr/>
        </p:nvSpPr>
        <p:spPr>
          <a:xfrm>
            <a:off x="769144" y="6040003"/>
            <a:ext cx="4895850" cy="208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Séparation claire des responsabilités pour une maintenance facilitée</a:t>
            </a:r>
            <a:endParaRPr lang="en-US" sz="1125" dirty="0"/>
          </a:p>
        </p:txBody>
      </p:sp>
      <p:pic>
        <p:nvPicPr>
          <p:cNvPr id="100" name="Image 99">
            <a:extLst>
              <a:ext uri="{FF2B5EF4-FFF2-40B4-BE49-F238E27FC236}">
                <a16:creationId xmlns:a16="http://schemas.microsoft.com/office/drawing/2014/main" id="{5E09B00F-B967-E097-70CD-96A8BF6E7D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9" r="10146"/>
          <a:stretch>
            <a:fillRect/>
          </a:stretch>
        </p:blipFill>
        <p:spPr>
          <a:xfrm>
            <a:off x="9217068" y="328187"/>
            <a:ext cx="2767168" cy="6059941"/>
          </a:xfrm>
          <a:prstGeom prst="rect">
            <a:avLst/>
          </a:prstGeom>
        </p:spPr>
      </p:pic>
      <p:pic>
        <p:nvPicPr>
          <p:cNvPr id="142" name="SK-18-img-21" descr="preencoded.png">
            <a:extLst>
              <a:ext uri="{FF2B5EF4-FFF2-40B4-BE49-F238E27FC236}">
                <a16:creationId xmlns:a16="http://schemas.microsoft.com/office/drawing/2014/main" id="{C1C2232D-4B68-E75A-BAE8-270B63FA4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118" y="868408"/>
            <a:ext cx="2748409" cy="839986"/>
          </a:xfrm>
          <a:prstGeom prst="rect">
            <a:avLst/>
          </a:prstGeom>
        </p:spPr>
      </p:pic>
      <p:sp>
        <p:nvSpPr>
          <p:cNvPr id="144" name="SK-18-text-41">
            <a:extLst>
              <a:ext uri="{FF2B5EF4-FFF2-40B4-BE49-F238E27FC236}">
                <a16:creationId xmlns:a16="http://schemas.microsoft.com/office/drawing/2014/main" id="{2458AA23-C657-E631-2DCB-DDD2FEBDF4A3}"/>
              </a:ext>
            </a:extLst>
          </p:cNvPr>
          <p:cNvSpPr/>
          <p:nvPr/>
        </p:nvSpPr>
        <p:spPr>
          <a:xfrm>
            <a:off x="6487418" y="982708"/>
            <a:ext cx="259600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D5A27"/>
                </a:solidFill>
              </a:rPr>
              <a:t>ROUTES</a:t>
            </a:r>
            <a:endParaRPr lang="en-US" sz="1050" dirty="0"/>
          </a:p>
        </p:txBody>
      </p:sp>
      <p:sp>
        <p:nvSpPr>
          <p:cNvPr id="146" name="SK-18-text-42">
            <a:extLst>
              <a:ext uri="{FF2B5EF4-FFF2-40B4-BE49-F238E27FC236}">
                <a16:creationId xmlns:a16="http://schemas.microsoft.com/office/drawing/2014/main" id="{EFE57A49-4BA3-86E1-FB35-0393E29C0016}"/>
              </a:ext>
            </a:extLst>
          </p:cNvPr>
          <p:cNvSpPr/>
          <p:nvPr/>
        </p:nvSpPr>
        <p:spPr>
          <a:xfrm>
            <a:off x="6487418" y="1220833"/>
            <a:ext cx="251980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Réception des requêtes HTTP et aiguillage vers les contrôleurs.</a:t>
            </a:r>
            <a:endParaRPr lang="en-US" sz="1050" dirty="0"/>
          </a:p>
        </p:txBody>
      </p:sp>
      <p:pic>
        <p:nvPicPr>
          <p:cNvPr id="148" name="SK-18-img-14" descr="preencoded.png">
            <a:extLst>
              <a:ext uri="{FF2B5EF4-FFF2-40B4-BE49-F238E27FC236}">
                <a16:creationId xmlns:a16="http://schemas.microsoft.com/office/drawing/2014/main" id="{E8E4E40D-6D1C-E8DE-330B-93FDD22B3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652072" y="1775253"/>
            <a:ext cx="190500" cy="152400"/>
          </a:xfrm>
          <a:prstGeom prst="rect">
            <a:avLst/>
          </a:prstGeom>
        </p:spPr>
      </p:pic>
      <p:pic>
        <p:nvPicPr>
          <p:cNvPr id="150" name="SK-18-img-14" descr="preencoded.png">
            <a:extLst>
              <a:ext uri="{FF2B5EF4-FFF2-40B4-BE49-F238E27FC236}">
                <a16:creationId xmlns:a16="http://schemas.microsoft.com/office/drawing/2014/main" id="{228CFB8E-4A3C-D781-778F-86864219CA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652072" y="2843948"/>
            <a:ext cx="190500" cy="152400"/>
          </a:xfrm>
          <a:prstGeom prst="rect">
            <a:avLst/>
          </a:prstGeom>
        </p:spPr>
      </p:pic>
      <p:pic>
        <p:nvPicPr>
          <p:cNvPr id="152" name="SK-18-img-14" descr="preencoded.png">
            <a:extLst>
              <a:ext uri="{FF2B5EF4-FFF2-40B4-BE49-F238E27FC236}">
                <a16:creationId xmlns:a16="http://schemas.microsoft.com/office/drawing/2014/main" id="{3EA2CBD0-26AE-7722-775F-394D50CD33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652072" y="3979393"/>
            <a:ext cx="190500" cy="152400"/>
          </a:xfrm>
          <a:prstGeom prst="rect">
            <a:avLst/>
          </a:prstGeom>
        </p:spPr>
      </p:pic>
      <p:pic>
        <p:nvPicPr>
          <p:cNvPr id="154" name="SK-18-img-14" descr="preencoded.png">
            <a:extLst>
              <a:ext uri="{FF2B5EF4-FFF2-40B4-BE49-F238E27FC236}">
                <a16:creationId xmlns:a16="http://schemas.microsoft.com/office/drawing/2014/main" id="{EE7527C7-0AC0-9EEE-73AA-85A56689D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652072" y="5057429"/>
            <a:ext cx="190500" cy="1524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32A38A2-ABC0-D8CC-164B-28E303E884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859" y="1407463"/>
            <a:ext cx="1790950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14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CE4EA6-0924-23D9-DA34-474E365A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44C698D-ED68-569F-A857-B7D051DFC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5B0014-E1CE-C576-89DB-2E49E0B6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19</a:t>
            </a:fld>
            <a:endParaRPr lang="fr-FR"/>
          </a:p>
        </p:txBody>
      </p:sp>
      <p:pic>
        <p:nvPicPr>
          <p:cNvPr id="6" name="SK-19-img-3" descr="preencoded.png">
            <a:extLst>
              <a:ext uri="{FF2B5EF4-FFF2-40B4-BE49-F238E27FC236}">
                <a16:creationId xmlns:a16="http://schemas.microsoft.com/office/drawing/2014/main" id="{B4586509-CCAE-2319-6DDE-22A732C5B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10668000" cy="641896"/>
          </a:xfrm>
          <a:prstGeom prst="rect">
            <a:avLst/>
          </a:prstGeom>
        </p:spPr>
      </p:pic>
      <p:pic>
        <p:nvPicPr>
          <p:cNvPr id="8" name="SK-19-img-4" descr="preencoded.png">
            <a:extLst>
              <a:ext uri="{FF2B5EF4-FFF2-40B4-BE49-F238E27FC236}">
                <a16:creationId xmlns:a16="http://schemas.microsoft.com/office/drawing/2014/main" id="{2499E3B8-D737-BE5C-56BE-F86BF310E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62150"/>
            <a:ext cx="1996380" cy="1030486"/>
          </a:xfrm>
          <a:prstGeom prst="rect">
            <a:avLst/>
          </a:prstGeom>
        </p:spPr>
      </p:pic>
      <p:pic>
        <p:nvPicPr>
          <p:cNvPr id="10" name="SK-19-img-5" descr="preencoded.png">
            <a:extLst>
              <a:ext uri="{FF2B5EF4-FFF2-40B4-BE49-F238E27FC236}">
                <a16:creationId xmlns:a16="http://schemas.microsoft.com/office/drawing/2014/main" id="{D439A9E5-8AF8-41E8-D687-57E0A1961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14550"/>
            <a:ext cx="428625" cy="276225"/>
          </a:xfrm>
          <a:prstGeom prst="rect">
            <a:avLst/>
          </a:prstGeom>
        </p:spPr>
      </p:pic>
      <p:pic>
        <p:nvPicPr>
          <p:cNvPr id="12" name="SK-19-img-6" descr="preencoded.png">
            <a:extLst>
              <a:ext uri="{FF2B5EF4-FFF2-40B4-BE49-F238E27FC236}">
                <a16:creationId xmlns:a16="http://schemas.microsoft.com/office/drawing/2014/main" id="{B6C922FA-D469-4657-7700-64AF1EED4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0780" y="1962150"/>
            <a:ext cx="1996529" cy="1030486"/>
          </a:xfrm>
          <a:prstGeom prst="rect">
            <a:avLst/>
          </a:prstGeom>
        </p:spPr>
      </p:pic>
      <p:pic>
        <p:nvPicPr>
          <p:cNvPr id="14" name="SK-19-img-7" descr="preencoded.png">
            <a:extLst>
              <a:ext uri="{FF2B5EF4-FFF2-40B4-BE49-F238E27FC236}">
                <a16:creationId xmlns:a16="http://schemas.microsoft.com/office/drawing/2014/main" id="{6373B7A5-A8A7-2A08-7BA7-574C92932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180" y="2114550"/>
            <a:ext cx="533400" cy="276225"/>
          </a:xfrm>
          <a:prstGeom prst="rect">
            <a:avLst/>
          </a:prstGeom>
        </p:spPr>
      </p:pic>
      <p:pic>
        <p:nvPicPr>
          <p:cNvPr id="16" name="SK-19-img-8" descr="preencoded.png">
            <a:extLst>
              <a:ext uri="{FF2B5EF4-FFF2-40B4-BE49-F238E27FC236}">
                <a16:creationId xmlns:a16="http://schemas.microsoft.com/office/drawing/2014/main" id="{727EDF30-F5FF-BC23-A8D1-0FCD89DBC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45036"/>
            <a:ext cx="1996380" cy="1030486"/>
          </a:xfrm>
          <a:prstGeom prst="rect">
            <a:avLst/>
          </a:prstGeom>
        </p:spPr>
      </p:pic>
      <p:pic>
        <p:nvPicPr>
          <p:cNvPr id="18" name="SK-19-img-9" descr="preencoded.png">
            <a:extLst>
              <a:ext uri="{FF2B5EF4-FFF2-40B4-BE49-F238E27FC236}">
                <a16:creationId xmlns:a16="http://schemas.microsoft.com/office/drawing/2014/main" id="{A3CE9D14-DF6E-627E-0291-A36C9A668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297436"/>
            <a:ext cx="438150" cy="276225"/>
          </a:xfrm>
          <a:prstGeom prst="rect">
            <a:avLst/>
          </a:prstGeom>
        </p:spPr>
      </p:pic>
      <p:pic>
        <p:nvPicPr>
          <p:cNvPr id="20" name="SK-19-img-10" descr="preencoded.png">
            <a:extLst>
              <a:ext uri="{FF2B5EF4-FFF2-40B4-BE49-F238E27FC236}">
                <a16:creationId xmlns:a16="http://schemas.microsoft.com/office/drawing/2014/main" id="{881EDCE4-C44D-7679-9ACB-7C8AFB76B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0780" y="3145036"/>
            <a:ext cx="1996529" cy="1030486"/>
          </a:xfrm>
          <a:prstGeom prst="rect">
            <a:avLst/>
          </a:prstGeom>
        </p:spPr>
      </p:pic>
      <p:pic>
        <p:nvPicPr>
          <p:cNvPr id="22" name="SK-19-img-11" descr="preencoded.png">
            <a:extLst>
              <a:ext uri="{FF2B5EF4-FFF2-40B4-BE49-F238E27FC236}">
                <a16:creationId xmlns:a16="http://schemas.microsoft.com/office/drawing/2014/main" id="{F1CE4277-E898-AF36-9C40-C45B9F8A0E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180" y="3297436"/>
            <a:ext cx="695325" cy="276225"/>
          </a:xfrm>
          <a:prstGeom prst="rect">
            <a:avLst/>
          </a:prstGeom>
        </p:spPr>
      </p:pic>
      <p:pic>
        <p:nvPicPr>
          <p:cNvPr id="24" name="SK-19-img-12" descr="preencoded.png">
            <a:extLst>
              <a:ext uri="{FF2B5EF4-FFF2-40B4-BE49-F238E27FC236}">
                <a16:creationId xmlns:a16="http://schemas.microsoft.com/office/drawing/2014/main" id="{5EDA022B-54D2-F9FA-FF0F-5AF70E7FC8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404122"/>
            <a:ext cx="4145310" cy="809625"/>
          </a:xfrm>
          <a:prstGeom prst="rect">
            <a:avLst/>
          </a:prstGeom>
        </p:spPr>
      </p:pic>
      <p:pic>
        <p:nvPicPr>
          <p:cNvPr id="26" name="SK-19-img-13" descr="preencoded.png">
            <a:extLst>
              <a:ext uri="{FF2B5EF4-FFF2-40B4-BE49-F238E27FC236}">
                <a16:creationId xmlns:a16="http://schemas.microsoft.com/office/drawing/2014/main" id="{012CDBDD-D3E5-833E-CB86-1D229C3A25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9836" y="4594622"/>
            <a:ext cx="190500" cy="152400"/>
          </a:xfrm>
          <a:prstGeom prst="rect">
            <a:avLst/>
          </a:prstGeom>
        </p:spPr>
      </p:pic>
      <p:pic>
        <p:nvPicPr>
          <p:cNvPr id="28" name="SK-19-img-14" descr="preencoded.png">
            <a:extLst>
              <a:ext uri="{FF2B5EF4-FFF2-40B4-BE49-F238E27FC236}">
                <a16:creationId xmlns:a16="http://schemas.microsoft.com/office/drawing/2014/main" id="{F5C8EEA3-0E47-C1D9-68AE-E8EAEB393B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8309" y="4713684"/>
            <a:ext cx="238125" cy="190500"/>
          </a:xfrm>
          <a:prstGeom prst="rect">
            <a:avLst/>
          </a:prstGeom>
        </p:spPr>
      </p:pic>
      <p:pic>
        <p:nvPicPr>
          <p:cNvPr id="30" name="SK-19-img-15" descr="preencoded.png">
            <a:extLst>
              <a:ext uri="{FF2B5EF4-FFF2-40B4-BE49-F238E27FC236}">
                <a16:creationId xmlns:a16="http://schemas.microsoft.com/office/drawing/2014/main" id="{D40AB267-D361-3CCC-9142-6A5BEBE403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944" y="4594622"/>
            <a:ext cx="190500" cy="152400"/>
          </a:xfrm>
          <a:prstGeom prst="rect">
            <a:avLst/>
          </a:prstGeom>
        </p:spPr>
      </p:pic>
      <p:pic>
        <p:nvPicPr>
          <p:cNvPr id="32" name="SK-19-img-16" descr="preencoded.png">
            <a:extLst>
              <a:ext uri="{FF2B5EF4-FFF2-40B4-BE49-F238E27FC236}">
                <a16:creationId xmlns:a16="http://schemas.microsoft.com/office/drawing/2014/main" id="{7C3DC778-E376-DBD4-35ED-F820A647D3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91954" y="4713684"/>
            <a:ext cx="238125" cy="190500"/>
          </a:xfrm>
          <a:prstGeom prst="rect">
            <a:avLst/>
          </a:prstGeom>
        </p:spPr>
      </p:pic>
      <p:pic>
        <p:nvPicPr>
          <p:cNvPr id="34" name="SK-19-img-17" descr="preencoded.png">
            <a:extLst>
              <a:ext uri="{FF2B5EF4-FFF2-40B4-BE49-F238E27FC236}">
                <a16:creationId xmlns:a16="http://schemas.microsoft.com/office/drawing/2014/main" id="{11511AD7-99E5-5BE7-835D-BAFFE376654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73289" y="4594622"/>
            <a:ext cx="190500" cy="152400"/>
          </a:xfrm>
          <a:prstGeom prst="rect">
            <a:avLst/>
          </a:prstGeom>
        </p:spPr>
      </p:pic>
      <p:pic>
        <p:nvPicPr>
          <p:cNvPr id="38" name="SK-19-img-19" descr="preencoded.png">
            <a:extLst>
              <a:ext uri="{FF2B5EF4-FFF2-40B4-BE49-F238E27FC236}">
                <a16:creationId xmlns:a16="http://schemas.microsoft.com/office/drawing/2014/main" id="{4CFB712A-CECB-B5EC-EF35-9642D4F5F86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12110" y="1935121"/>
            <a:ext cx="2072582" cy="3278626"/>
          </a:xfrm>
          <a:prstGeom prst="rect">
            <a:avLst/>
          </a:prstGeom>
        </p:spPr>
      </p:pic>
      <p:sp>
        <p:nvSpPr>
          <p:cNvPr id="42" name="SK-19-text-22">
            <a:extLst>
              <a:ext uri="{FF2B5EF4-FFF2-40B4-BE49-F238E27FC236}">
                <a16:creationId xmlns:a16="http://schemas.microsoft.com/office/drawing/2014/main" id="{A35021F0-04DF-F879-A6AA-F020B2E985E6}"/>
              </a:ext>
            </a:extLst>
          </p:cNvPr>
          <p:cNvSpPr/>
          <p:nvPr/>
        </p:nvSpPr>
        <p:spPr>
          <a:xfrm>
            <a:off x="952500" y="381000"/>
            <a:ext cx="10553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44" name="SK-19-text-23">
            <a:extLst>
              <a:ext uri="{FF2B5EF4-FFF2-40B4-BE49-F238E27FC236}">
                <a16:creationId xmlns:a16="http://schemas.microsoft.com/office/drawing/2014/main" id="{4E41170D-2862-AD5B-B025-028FA8C105E5}"/>
              </a:ext>
            </a:extLst>
          </p:cNvPr>
          <p:cNvSpPr/>
          <p:nvPr/>
        </p:nvSpPr>
        <p:spPr>
          <a:xfrm>
            <a:off x="952500" y="657225"/>
            <a:ext cx="11239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Couche de routage Express — CP6</a:t>
            </a:r>
            <a:endParaRPr lang="en-US" sz="2400" dirty="0"/>
          </a:p>
        </p:txBody>
      </p:sp>
      <p:sp>
        <p:nvSpPr>
          <p:cNvPr id="46" name="SK-19-text-24">
            <a:extLst>
              <a:ext uri="{FF2B5EF4-FFF2-40B4-BE49-F238E27FC236}">
                <a16:creationId xmlns:a16="http://schemas.microsoft.com/office/drawing/2014/main" id="{64B45203-2781-A952-A8B5-382CC8CA4272}"/>
              </a:ext>
            </a:extLst>
          </p:cNvPr>
          <p:cNvSpPr/>
          <p:nvPr/>
        </p:nvSpPr>
        <p:spPr>
          <a:xfrm>
            <a:off x="990600" y="2114550"/>
            <a:ext cx="385572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GET</a:t>
            </a:r>
            <a:endParaRPr lang="en-US" sz="1050" dirty="0"/>
          </a:p>
        </p:txBody>
      </p:sp>
      <p:sp>
        <p:nvSpPr>
          <p:cNvPr id="48" name="SK-19-text-25">
            <a:extLst>
              <a:ext uri="{FF2B5EF4-FFF2-40B4-BE49-F238E27FC236}">
                <a16:creationId xmlns:a16="http://schemas.microsoft.com/office/drawing/2014/main" id="{904B31F1-9F97-3B64-E32D-53AEEF63A40F}"/>
              </a:ext>
            </a:extLst>
          </p:cNvPr>
          <p:cNvSpPr/>
          <p:nvPr/>
        </p:nvSpPr>
        <p:spPr>
          <a:xfrm>
            <a:off x="1438275" y="2131219"/>
            <a:ext cx="85820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</a:t>
            </a:r>
            <a:endParaRPr lang="en-US" sz="1275" dirty="0"/>
          </a:p>
        </p:txBody>
      </p:sp>
      <p:sp>
        <p:nvSpPr>
          <p:cNvPr id="50" name="SK-19-text-26">
            <a:extLst>
              <a:ext uri="{FF2B5EF4-FFF2-40B4-BE49-F238E27FC236}">
                <a16:creationId xmlns:a16="http://schemas.microsoft.com/office/drawing/2014/main" id="{3EB4A40E-C020-34A9-B2D1-FB7FAB747D51}"/>
              </a:ext>
            </a:extLst>
          </p:cNvPr>
          <p:cNvSpPr/>
          <p:nvPr/>
        </p:nvSpPr>
        <p:spPr>
          <a:xfrm>
            <a:off x="914400" y="2466975"/>
            <a:ext cx="169158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Récupération des données clients, devis ou factures.</a:t>
            </a:r>
            <a:endParaRPr lang="en-US" sz="1050" dirty="0"/>
          </a:p>
        </p:txBody>
      </p:sp>
      <p:sp>
        <p:nvSpPr>
          <p:cNvPr id="52" name="SK-19-text-27">
            <a:extLst>
              <a:ext uri="{FF2B5EF4-FFF2-40B4-BE49-F238E27FC236}">
                <a16:creationId xmlns:a16="http://schemas.microsoft.com/office/drawing/2014/main" id="{C4F91B12-429A-1442-2B5C-E9644C8C6495}"/>
              </a:ext>
            </a:extLst>
          </p:cNvPr>
          <p:cNvSpPr/>
          <p:nvPr/>
        </p:nvSpPr>
        <p:spPr>
          <a:xfrm>
            <a:off x="3139380" y="2114550"/>
            <a:ext cx="5334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POST</a:t>
            </a:r>
            <a:endParaRPr lang="en-US" sz="1050" dirty="0"/>
          </a:p>
        </p:txBody>
      </p:sp>
      <p:sp>
        <p:nvSpPr>
          <p:cNvPr id="54" name="SK-19-text-28">
            <a:extLst>
              <a:ext uri="{FF2B5EF4-FFF2-40B4-BE49-F238E27FC236}">
                <a16:creationId xmlns:a16="http://schemas.microsoft.com/office/drawing/2014/main" id="{3CBC10A1-DD66-CBBC-0CBD-FDA7CE5AB34F}"/>
              </a:ext>
            </a:extLst>
          </p:cNvPr>
          <p:cNvSpPr/>
          <p:nvPr/>
        </p:nvSpPr>
        <p:spPr>
          <a:xfrm>
            <a:off x="3691830" y="2131219"/>
            <a:ext cx="105251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</a:t>
            </a:r>
            <a:endParaRPr lang="en-US" sz="1275" dirty="0"/>
          </a:p>
        </p:txBody>
      </p:sp>
      <p:sp>
        <p:nvSpPr>
          <p:cNvPr id="56" name="SK-19-text-29">
            <a:extLst>
              <a:ext uri="{FF2B5EF4-FFF2-40B4-BE49-F238E27FC236}">
                <a16:creationId xmlns:a16="http://schemas.microsoft.com/office/drawing/2014/main" id="{7493D12B-E6F1-F41B-FAAC-F71017C2BC7D}"/>
              </a:ext>
            </a:extLst>
          </p:cNvPr>
          <p:cNvSpPr/>
          <p:nvPr/>
        </p:nvSpPr>
        <p:spPr>
          <a:xfrm>
            <a:off x="3063180" y="2466975"/>
            <a:ext cx="169172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Enregistrement d'une nouvelle entrée métier.</a:t>
            </a:r>
            <a:endParaRPr lang="en-US" sz="1050" dirty="0"/>
          </a:p>
        </p:txBody>
      </p:sp>
      <p:sp>
        <p:nvSpPr>
          <p:cNvPr id="58" name="SK-19-text-30">
            <a:extLst>
              <a:ext uri="{FF2B5EF4-FFF2-40B4-BE49-F238E27FC236}">
                <a16:creationId xmlns:a16="http://schemas.microsoft.com/office/drawing/2014/main" id="{7A9B9BBA-43A0-E587-EBE9-6DF13D13D882}"/>
              </a:ext>
            </a:extLst>
          </p:cNvPr>
          <p:cNvSpPr/>
          <p:nvPr/>
        </p:nvSpPr>
        <p:spPr>
          <a:xfrm>
            <a:off x="990600" y="3297436"/>
            <a:ext cx="389283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PUT</a:t>
            </a:r>
            <a:endParaRPr lang="en-US" sz="1050" dirty="0"/>
          </a:p>
        </p:txBody>
      </p:sp>
      <p:sp>
        <p:nvSpPr>
          <p:cNvPr id="60" name="SK-19-text-31">
            <a:extLst>
              <a:ext uri="{FF2B5EF4-FFF2-40B4-BE49-F238E27FC236}">
                <a16:creationId xmlns:a16="http://schemas.microsoft.com/office/drawing/2014/main" id="{E844531B-F4E2-29D0-21EF-C0567A01E6FC}"/>
              </a:ext>
            </a:extLst>
          </p:cNvPr>
          <p:cNvSpPr/>
          <p:nvPr/>
        </p:nvSpPr>
        <p:spPr>
          <a:xfrm>
            <a:off x="1447800" y="3314105"/>
            <a:ext cx="163544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Modifier</a:t>
            </a:r>
            <a:endParaRPr lang="en-US" sz="1275" dirty="0"/>
          </a:p>
        </p:txBody>
      </p:sp>
      <p:sp>
        <p:nvSpPr>
          <p:cNvPr id="62" name="SK-19-text-32">
            <a:extLst>
              <a:ext uri="{FF2B5EF4-FFF2-40B4-BE49-F238E27FC236}">
                <a16:creationId xmlns:a16="http://schemas.microsoft.com/office/drawing/2014/main" id="{428BE665-7FFA-8471-D51C-1CD217663D43}"/>
              </a:ext>
            </a:extLst>
          </p:cNvPr>
          <p:cNvSpPr/>
          <p:nvPr/>
        </p:nvSpPr>
        <p:spPr>
          <a:xfrm>
            <a:off x="914400" y="3649861"/>
            <a:ext cx="169158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jour complète des informations existantes.</a:t>
            </a:r>
            <a:endParaRPr lang="en-US" sz="1050" dirty="0"/>
          </a:p>
        </p:txBody>
      </p:sp>
      <p:sp>
        <p:nvSpPr>
          <p:cNvPr id="64" name="SK-19-text-33">
            <a:extLst>
              <a:ext uri="{FF2B5EF4-FFF2-40B4-BE49-F238E27FC236}">
                <a16:creationId xmlns:a16="http://schemas.microsoft.com/office/drawing/2014/main" id="{CB2985AF-F5C4-452E-D6D6-46B9D1F854BA}"/>
              </a:ext>
            </a:extLst>
          </p:cNvPr>
          <p:cNvSpPr/>
          <p:nvPr/>
        </p:nvSpPr>
        <p:spPr>
          <a:xfrm>
            <a:off x="3139380" y="3297436"/>
            <a:ext cx="825883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DELETE</a:t>
            </a:r>
            <a:endParaRPr lang="en-US" sz="1050" dirty="0"/>
          </a:p>
        </p:txBody>
      </p:sp>
      <p:sp>
        <p:nvSpPr>
          <p:cNvPr id="66" name="SK-19-text-34">
            <a:extLst>
              <a:ext uri="{FF2B5EF4-FFF2-40B4-BE49-F238E27FC236}">
                <a16:creationId xmlns:a16="http://schemas.microsoft.com/office/drawing/2014/main" id="{0EF780F0-C4AA-8BAE-64DB-07C4FA11C2AE}"/>
              </a:ext>
            </a:extLst>
          </p:cNvPr>
          <p:cNvSpPr/>
          <p:nvPr/>
        </p:nvSpPr>
        <p:spPr>
          <a:xfrm>
            <a:off x="3853755" y="3314105"/>
            <a:ext cx="182975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Supprimer</a:t>
            </a:r>
            <a:endParaRPr lang="en-US" sz="1275" dirty="0"/>
          </a:p>
        </p:txBody>
      </p:sp>
      <p:sp>
        <p:nvSpPr>
          <p:cNvPr id="68" name="SK-19-text-35">
            <a:extLst>
              <a:ext uri="{FF2B5EF4-FFF2-40B4-BE49-F238E27FC236}">
                <a16:creationId xmlns:a16="http://schemas.microsoft.com/office/drawing/2014/main" id="{2305B8B0-B10F-73EF-88AE-A4A9A885FA8F}"/>
              </a:ext>
            </a:extLst>
          </p:cNvPr>
          <p:cNvSpPr/>
          <p:nvPr/>
        </p:nvSpPr>
        <p:spPr>
          <a:xfrm>
            <a:off x="3063180" y="3649861"/>
            <a:ext cx="169172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Archivage ou suppression sécurisée de données.</a:t>
            </a:r>
            <a:endParaRPr lang="en-US" sz="1050" dirty="0"/>
          </a:p>
        </p:txBody>
      </p:sp>
      <p:sp>
        <p:nvSpPr>
          <p:cNvPr id="70" name="SK-19-text-36">
            <a:extLst>
              <a:ext uri="{FF2B5EF4-FFF2-40B4-BE49-F238E27FC236}">
                <a16:creationId xmlns:a16="http://schemas.microsoft.com/office/drawing/2014/main" id="{CC058EC6-B1D1-9FDD-0C4D-10AB8B9F9469}"/>
              </a:ext>
            </a:extLst>
          </p:cNvPr>
          <p:cNvSpPr/>
          <p:nvPr/>
        </p:nvSpPr>
        <p:spPr>
          <a:xfrm>
            <a:off x="1043136" y="4823222"/>
            <a:ext cx="16764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Navigateur</a:t>
            </a:r>
            <a:endParaRPr lang="en-US" sz="1050" dirty="0"/>
          </a:p>
        </p:txBody>
      </p:sp>
      <p:sp>
        <p:nvSpPr>
          <p:cNvPr id="72" name="SK-19-text-37">
            <a:extLst>
              <a:ext uri="{FF2B5EF4-FFF2-40B4-BE49-F238E27FC236}">
                <a16:creationId xmlns:a16="http://schemas.microsoft.com/office/drawing/2014/main" id="{3D2B05EF-A499-5BFE-6806-AA04319D02DE}"/>
              </a:ext>
            </a:extLst>
          </p:cNvPr>
          <p:cNvSpPr/>
          <p:nvPr/>
        </p:nvSpPr>
        <p:spPr>
          <a:xfrm>
            <a:off x="2367707" y="4823222"/>
            <a:ext cx="21564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Express</a:t>
            </a:r>
            <a:endParaRPr lang="en-US" sz="1050" dirty="0"/>
          </a:p>
        </p:txBody>
      </p:sp>
      <p:sp>
        <p:nvSpPr>
          <p:cNvPr id="74" name="SK-19-text-38">
            <a:extLst>
              <a:ext uri="{FF2B5EF4-FFF2-40B4-BE49-F238E27FC236}">
                <a16:creationId xmlns:a16="http://schemas.microsoft.com/office/drawing/2014/main" id="{F02115E1-3EC6-AFA8-515C-FE313B8C44DB}"/>
              </a:ext>
            </a:extLst>
          </p:cNvPr>
          <p:cNvSpPr/>
          <p:nvPr/>
        </p:nvSpPr>
        <p:spPr>
          <a:xfrm>
            <a:off x="3911352" y="4823222"/>
            <a:ext cx="16764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Contrôleur</a:t>
            </a:r>
            <a:endParaRPr lang="en-US" sz="1050" dirty="0"/>
          </a:p>
        </p:txBody>
      </p:sp>
      <p:pic>
        <p:nvPicPr>
          <p:cNvPr id="98" name="Image 97">
            <a:extLst>
              <a:ext uri="{FF2B5EF4-FFF2-40B4-BE49-F238E27FC236}">
                <a16:creationId xmlns:a16="http://schemas.microsoft.com/office/drawing/2014/main" id="{C5B0576E-A6F0-FB25-B61C-C2B9C8C8A3D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51867" y="1681914"/>
            <a:ext cx="4573109" cy="3750158"/>
          </a:xfrm>
          <a:prstGeom prst="rect">
            <a:avLst/>
          </a:prstGeom>
        </p:spPr>
      </p:pic>
      <p:pic>
        <p:nvPicPr>
          <p:cNvPr id="100" name="Image 99">
            <a:extLst>
              <a:ext uri="{FF2B5EF4-FFF2-40B4-BE49-F238E27FC236}">
                <a16:creationId xmlns:a16="http://schemas.microsoft.com/office/drawing/2014/main" id="{3A8835D7-94F5-C739-EA57-7F43AEF504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62452" y="2717875"/>
            <a:ext cx="1771897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26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C38BC0-D5C2-966C-2588-4C341814E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2C1CD4E-2048-BB9B-6D91-3E94567A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6CAE63-7429-4FF4-9F9D-43F87AAC3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20</a:t>
            </a:fld>
            <a:endParaRPr lang="fr-FR"/>
          </a:p>
        </p:txBody>
      </p:sp>
      <p:pic>
        <p:nvPicPr>
          <p:cNvPr id="6" name="SK-20-img-2" descr="preencoded.png">
            <a:extLst>
              <a:ext uri="{FF2B5EF4-FFF2-40B4-BE49-F238E27FC236}">
                <a16:creationId xmlns:a16="http://schemas.microsoft.com/office/drawing/2014/main" id="{20CB0D3F-A3A9-13EA-5F32-74E046B2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20-img-3" descr="preencoded.png">
            <a:extLst>
              <a:ext uri="{FF2B5EF4-FFF2-40B4-BE49-F238E27FC236}">
                <a16:creationId xmlns:a16="http://schemas.microsoft.com/office/drawing/2014/main" id="{9678EB69-2BD9-987C-0BAD-8095AB5A8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1496"/>
            <a:ext cx="11049000" cy="404813"/>
          </a:xfrm>
          <a:prstGeom prst="rect">
            <a:avLst/>
          </a:prstGeom>
        </p:spPr>
      </p:pic>
      <p:pic>
        <p:nvPicPr>
          <p:cNvPr id="10" name="SK-20-img-4" descr="preencoded.png">
            <a:extLst>
              <a:ext uri="{FF2B5EF4-FFF2-40B4-BE49-F238E27FC236}">
                <a16:creationId xmlns:a16="http://schemas.microsoft.com/office/drawing/2014/main" id="{626E4253-EB59-B234-AAEC-362C5CDDF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379488"/>
            <a:ext cx="178594" cy="148828"/>
          </a:xfrm>
          <a:prstGeom prst="rect">
            <a:avLst/>
          </a:prstGeom>
        </p:spPr>
      </p:pic>
      <p:pic>
        <p:nvPicPr>
          <p:cNvPr id="12" name="SK-20-img-5" descr="preencoded.png">
            <a:extLst>
              <a:ext uri="{FF2B5EF4-FFF2-40B4-BE49-F238E27FC236}">
                <a16:creationId xmlns:a16="http://schemas.microsoft.com/office/drawing/2014/main" id="{BF75E7B8-A50E-87E7-D3AB-F3B07D2C1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285" y="1385292"/>
            <a:ext cx="166688" cy="137220"/>
          </a:xfrm>
          <a:prstGeom prst="rect">
            <a:avLst/>
          </a:prstGeom>
        </p:spPr>
      </p:pic>
      <p:pic>
        <p:nvPicPr>
          <p:cNvPr id="14" name="SK-20-img-6" descr="preencoded.png">
            <a:extLst>
              <a:ext uri="{FF2B5EF4-FFF2-40B4-BE49-F238E27FC236}">
                <a16:creationId xmlns:a16="http://schemas.microsoft.com/office/drawing/2014/main" id="{2D80E057-0EAE-E569-B0E3-6F0E8ECF1C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0014" y="1379488"/>
            <a:ext cx="178594" cy="148828"/>
          </a:xfrm>
          <a:prstGeom prst="rect">
            <a:avLst/>
          </a:prstGeom>
        </p:spPr>
      </p:pic>
      <p:pic>
        <p:nvPicPr>
          <p:cNvPr id="16" name="SK-20-img-7" descr="preencoded.png">
            <a:extLst>
              <a:ext uri="{FF2B5EF4-FFF2-40B4-BE49-F238E27FC236}">
                <a16:creationId xmlns:a16="http://schemas.microsoft.com/office/drawing/2014/main" id="{B6E40A53-B5E3-426C-2CD8-6DEBE17540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374" y="1385292"/>
            <a:ext cx="166688" cy="137220"/>
          </a:xfrm>
          <a:prstGeom prst="rect">
            <a:avLst/>
          </a:prstGeom>
        </p:spPr>
      </p:pic>
      <p:pic>
        <p:nvPicPr>
          <p:cNvPr id="18" name="SK-20-img-8" descr="preencoded.png">
            <a:extLst>
              <a:ext uri="{FF2B5EF4-FFF2-40B4-BE49-F238E27FC236}">
                <a16:creationId xmlns:a16="http://schemas.microsoft.com/office/drawing/2014/main" id="{447B8E24-084B-AAB8-7399-52DDAD56C6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7103" y="1379488"/>
            <a:ext cx="178594" cy="148828"/>
          </a:xfrm>
          <a:prstGeom prst="rect">
            <a:avLst/>
          </a:prstGeom>
        </p:spPr>
      </p:pic>
      <p:pic>
        <p:nvPicPr>
          <p:cNvPr id="20" name="SK-20-img-9" descr="preencoded.png">
            <a:extLst>
              <a:ext uri="{FF2B5EF4-FFF2-40B4-BE49-F238E27FC236}">
                <a16:creationId xmlns:a16="http://schemas.microsoft.com/office/drawing/2014/main" id="{5F8AADEA-2D93-FE69-769D-1F4F37886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838" y="1385292"/>
            <a:ext cx="166688" cy="137220"/>
          </a:xfrm>
          <a:prstGeom prst="rect">
            <a:avLst/>
          </a:prstGeom>
        </p:spPr>
      </p:pic>
      <p:pic>
        <p:nvPicPr>
          <p:cNvPr id="22" name="SK-20-img-10" descr="preencoded.png">
            <a:extLst>
              <a:ext uri="{FF2B5EF4-FFF2-40B4-BE49-F238E27FC236}">
                <a16:creationId xmlns:a16="http://schemas.microsoft.com/office/drawing/2014/main" id="{FDFF2C52-6A79-AE2D-2730-97E9BA5380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6567" y="1379488"/>
            <a:ext cx="178594" cy="148828"/>
          </a:xfrm>
          <a:prstGeom prst="rect">
            <a:avLst/>
          </a:prstGeom>
        </p:spPr>
      </p:pic>
      <p:pic>
        <p:nvPicPr>
          <p:cNvPr id="24" name="SK-20-img-11" descr="preencoded.png">
            <a:extLst>
              <a:ext uri="{FF2B5EF4-FFF2-40B4-BE49-F238E27FC236}">
                <a16:creationId xmlns:a16="http://schemas.microsoft.com/office/drawing/2014/main" id="{3C5F5C5B-C669-1639-001B-521C313EBE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0852" y="1385292"/>
            <a:ext cx="166688" cy="137220"/>
          </a:xfrm>
          <a:prstGeom prst="rect">
            <a:avLst/>
          </a:prstGeom>
        </p:spPr>
      </p:pic>
      <p:pic>
        <p:nvPicPr>
          <p:cNvPr id="26" name="SK-20-img-12" descr="preencoded.png">
            <a:extLst>
              <a:ext uri="{FF2B5EF4-FFF2-40B4-BE49-F238E27FC236}">
                <a16:creationId xmlns:a16="http://schemas.microsoft.com/office/drawing/2014/main" id="{939E4686-4CD2-FCB2-2BC7-C21DF457D9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4581" y="1379488"/>
            <a:ext cx="178594" cy="148828"/>
          </a:xfrm>
          <a:prstGeom prst="rect">
            <a:avLst/>
          </a:prstGeom>
        </p:spPr>
      </p:pic>
      <p:pic>
        <p:nvPicPr>
          <p:cNvPr id="40" name="SK-20-img-19" descr="preencoded.png">
            <a:extLst>
              <a:ext uri="{FF2B5EF4-FFF2-40B4-BE49-F238E27FC236}">
                <a16:creationId xmlns:a16="http://schemas.microsoft.com/office/drawing/2014/main" id="{9ADBA568-1A98-9D38-97FE-E2CB8F3A89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9310" y="2923132"/>
            <a:ext cx="2973528" cy="3153818"/>
          </a:xfrm>
          <a:prstGeom prst="rect">
            <a:avLst/>
          </a:prstGeom>
        </p:spPr>
      </p:pic>
      <p:pic>
        <p:nvPicPr>
          <p:cNvPr id="42" name="SK-20-img-20" descr="preencoded.png">
            <a:extLst>
              <a:ext uri="{FF2B5EF4-FFF2-40B4-BE49-F238E27FC236}">
                <a16:creationId xmlns:a16="http://schemas.microsoft.com/office/drawing/2014/main" id="{02AD815E-5EAA-5CED-01C5-A3F0CAC81F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2790" y="1837283"/>
            <a:ext cx="4297710" cy="1330672"/>
          </a:xfrm>
          <a:prstGeom prst="rect">
            <a:avLst/>
          </a:prstGeom>
        </p:spPr>
      </p:pic>
      <p:pic>
        <p:nvPicPr>
          <p:cNvPr id="44" name="SK-20-img-21" descr="preencoded.png">
            <a:extLst>
              <a:ext uri="{FF2B5EF4-FFF2-40B4-BE49-F238E27FC236}">
                <a16:creationId xmlns:a16="http://schemas.microsoft.com/office/drawing/2014/main" id="{AF2EEF9C-FAC4-6D9E-D372-44D95F2FE8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5190" y="1961108"/>
            <a:ext cx="304800" cy="304800"/>
          </a:xfrm>
          <a:prstGeom prst="rect">
            <a:avLst/>
          </a:prstGeom>
        </p:spPr>
      </p:pic>
      <p:pic>
        <p:nvPicPr>
          <p:cNvPr id="46" name="SK-20-img-22" descr="preencoded.png">
            <a:extLst>
              <a:ext uri="{FF2B5EF4-FFF2-40B4-BE49-F238E27FC236}">
                <a16:creationId xmlns:a16="http://schemas.microsoft.com/office/drawing/2014/main" id="{F058B639-E046-ABB2-67FF-4D52487385A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2340" y="2037308"/>
            <a:ext cx="190500" cy="152400"/>
          </a:xfrm>
          <a:prstGeom prst="rect">
            <a:avLst/>
          </a:prstGeom>
        </p:spPr>
      </p:pic>
      <p:pic>
        <p:nvPicPr>
          <p:cNvPr id="48" name="SK-20-img-23" descr="preencoded.png">
            <a:extLst>
              <a:ext uri="{FF2B5EF4-FFF2-40B4-BE49-F238E27FC236}">
                <a16:creationId xmlns:a16="http://schemas.microsoft.com/office/drawing/2014/main" id="{7CA7F8DC-6AA6-EF9B-39AA-706CFB5EAF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22790" y="3291780"/>
            <a:ext cx="4297710" cy="1330672"/>
          </a:xfrm>
          <a:prstGeom prst="rect">
            <a:avLst/>
          </a:prstGeom>
        </p:spPr>
      </p:pic>
      <p:pic>
        <p:nvPicPr>
          <p:cNvPr id="50" name="SK-20-img-24" descr="preencoded.png">
            <a:extLst>
              <a:ext uri="{FF2B5EF4-FFF2-40B4-BE49-F238E27FC236}">
                <a16:creationId xmlns:a16="http://schemas.microsoft.com/office/drawing/2014/main" id="{43B2DEBC-F0BE-854E-153C-FF75518C06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5190" y="3415605"/>
            <a:ext cx="304800" cy="304800"/>
          </a:xfrm>
          <a:prstGeom prst="rect">
            <a:avLst/>
          </a:prstGeom>
        </p:spPr>
      </p:pic>
      <p:pic>
        <p:nvPicPr>
          <p:cNvPr id="52" name="SK-20-img-25" descr="preencoded.png">
            <a:extLst>
              <a:ext uri="{FF2B5EF4-FFF2-40B4-BE49-F238E27FC236}">
                <a16:creationId xmlns:a16="http://schemas.microsoft.com/office/drawing/2014/main" id="{D9E1A998-D993-8648-8996-E76E6A77A1B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32340" y="3491805"/>
            <a:ext cx="190500" cy="152400"/>
          </a:xfrm>
          <a:prstGeom prst="rect">
            <a:avLst/>
          </a:prstGeom>
        </p:spPr>
      </p:pic>
      <p:pic>
        <p:nvPicPr>
          <p:cNvPr id="54" name="SK-20-img-26" descr="preencoded.png">
            <a:extLst>
              <a:ext uri="{FF2B5EF4-FFF2-40B4-BE49-F238E27FC236}">
                <a16:creationId xmlns:a16="http://schemas.microsoft.com/office/drawing/2014/main" id="{FB655846-9B20-1850-7558-37B9749E15C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22790" y="4746278"/>
            <a:ext cx="4297710" cy="1330672"/>
          </a:xfrm>
          <a:prstGeom prst="rect">
            <a:avLst/>
          </a:prstGeom>
        </p:spPr>
      </p:pic>
      <p:pic>
        <p:nvPicPr>
          <p:cNvPr id="56" name="SK-20-img-27" descr="preencoded.png">
            <a:extLst>
              <a:ext uri="{FF2B5EF4-FFF2-40B4-BE49-F238E27FC236}">
                <a16:creationId xmlns:a16="http://schemas.microsoft.com/office/drawing/2014/main" id="{2C6BEB5D-5F2B-3CD8-F3FF-3D9DAA9B53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5190" y="4870103"/>
            <a:ext cx="304800" cy="304800"/>
          </a:xfrm>
          <a:prstGeom prst="rect">
            <a:avLst/>
          </a:prstGeom>
        </p:spPr>
      </p:pic>
      <p:pic>
        <p:nvPicPr>
          <p:cNvPr id="58" name="SK-20-img-28" descr="preencoded.png">
            <a:extLst>
              <a:ext uri="{FF2B5EF4-FFF2-40B4-BE49-F238E27FC236}">
                <a16:creationId xmlns:a16="http://schemas.microsoft.com/office/drawing/2014/main" id="{FAB40028-3C31-3DC0-6794-E6F38BDB00A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32340" y="4946303"/>
            <a:ext cx="190500" cy="152400"/>
          </a:xfrm>
          <a:prstGeom prst="rect">
            <a:avLst/>
          </a:prstGeom>
        </p:spPr>
      </p:pic>
      <p:sp>
        <p:nvSpPr>
          <p:cNvPr id="60" name="SK-20-text-30">
            <a:extLst>
              <a:ext uri="{FF2B5EF4-FFF2-40B4-BE49-F238E27FC236}">
                <a16:creationId xmlns:a16="http://schemas.microsoft.com/office/drawing/2014/main" id="{24E1B725-7177-989F-7D89-FD7AEF775FB6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62" name="SK-20-text-31">
            <a:extLst>
              <a:ext uri="{FF2B5EF4-FFF2-40B4-BE49-F238E27FC236}">
                <a16:creationId xmlns:a16="http://schemas.microsoft.com/office/drawing/2014/main" id="{555EE404-C857-7D92-88AF-9E697571A153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Contrôleurs et logique métier — CP6</a:t>
            </a:r>
            <a:endParaRPr lang="en-US" sz="2400" dirty="0"/>
          </a:p>
        </p:txBody>
      </p:sp>
      <p:sp>
        <p:nvSpPr>
          <p:cNvPr id="64" name="SK-20-text-32">
            <a:extLst>
              <a:ext uri="{FF2B5EF4-FFF2-40B4-BE49-F238E27FC236}">
                <a16:creationId xmlns:a16="http://schemas.microsoft.com/office/drawing/2014/main" id="{E64F36FE-AEC9-0238-1ED4-F5A265127C40}"/>
              </a:ext>
            </a:extLst>
          </p:cNvPr>
          <p:cNvSpPr/>
          <p:nvPr/>
        </p:nvSpPr>
        <p:spPr>
          <a:xfrm>
            <a:off x="1169194" y="1346746"/>
            <a:ext cx="8572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</a:t>
            </a:r>
            <a:endParaRPr lang="en-US" sz="1125" dirty="0"/>
          </a:p>
        </p:txBody>
      </p:sp>
      <p:sp>
        <p:nvSpPr>
          <p:cNvPr id="66" name="SK-20-text-33">
            <a:extLst>
              <a:ext uri="{FF2B5EF4-FFF2-40B4-BE49-F238E27FC236}">
                <a16:creationId xmlns:a16="http://schemas.microsoft.com/office/drawing/2014/main" id="{25CCD21A-D14A-FD3F-C8C2-0A28D5028E6A}"/>
              </a:ext>
            </a:extLst>
          </p:cNvPr>
          <p:cNvSpPr/>
          <p:nvPr/>
        </p:nvSpPr>
        <p:spPr>
          <a:xfrm>
            <a:off x="3262908" y="1346746"/>
            <a:ext cx="17145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Contrôleur</a:t>
            </a:r>
            <a:endParaRPr lang="en-US" sz="1125" dirty="0"/>
          </a:p>
        </p:txBody>
      </p:sp>
      <p:sp>
        <p:nvSpPr>
          <p:cNvPr id="68" name="SK-20-text-34">
            <a:extLst>
              <a:ext uri="{FF2B5EF4-FFF2-40B4-BE49-F238E27FC236}">
                <a16:creationId xmlns:a16="http://schemas.microsoft.com/office/drawing/2014/main" id="{966B1CB2-897E-B4CA-DB13-3FCF77461CF6}"/>
              </a:ext>
            </a:extLst>
          </p:cNvPr>
          <p:cNvSpPr/>
          <p:nvPr/>
        </p:nvSpPr>
        <p:spPr>
          <a:xfrm>
            <a:off x="5689997" y="1346746"/>
            <a:ext cx="17145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125" dirty="0"/>
          </a:p>
        </p:txBody>
      </p:sp>
      <p:sp>
        <p:nvSpPr>
          <p:cNvPr id="70" name="SK-20-text-35">
            <a:extLst>
              <a:ext uri="{FF2B5EF4-FFF2-40B4-BE49-F238E27FC236}">
                <a16:creationId xmlns:a16="http://schemas.microsoft.com/office/drawing/2014/main" id="{1D3898C2-CD88-6B07-17C6-6C92D58AAD56}"/>
              </a:ext>
            </a:extLst>
          </p:cNvPr>
          <p:cNvSpPr/>
          <p:nvPr/>
        </p:nvSpPr>
        <p:spPr>
          <a:xfrm>
            <a:off x="8069461" y="1346746"/>
            <a:ext cx="10287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</a:t>
            </a:r>
            <a:endParaRPr lang="en-US" sz="1125" dirty="0"/>
          </a:p>
        </p:txBody>
      </p:sp>
      <p:sp>
        <p:nvSpPr>
          <p:cNvPr id="72" name="SK-20-text-36">
            <a:extLst>
              <a:ext uri="{FF2B5EF4-FFF2-40B4-BE49-F238E27FC236}">
                <a16:creationId xmlns:a16="http://schemas.microsoft.com/office/drawing/2014/main" id="{37B6E684-29BC-D5FF-A8B2-0A88C0D9E81B}"/>
              </a:ext>
            </a:extLst>
          </p:cNvPr>
          <p:cNvSpPr/>
          <p:nvPr/>
        </p:nvSpPr>
        <p:spPr>
          <a:xfrm>
            <a:off x="10277475" y="1346746"/>
            <a:ext cx="1914525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Réponse JSON</a:t>
            </a:r>
            <a:endParaRPr lang="en-US" sz="1125" dirty="0"/>
          </a:p>
        </p:txBody>
      </p:sp>
      <p:sp>
        <p:nvSpPr>
          <p:cNvPr id="80" name="SK-20-text-40">
            <a:extLst>
              <a:ext uri="{FF2B5EF4-FFF2-40B4-BE49-F238E27FC236}">
                <a16:creationId xmlns:a16="http://schemas.microsoft.com/office/drawing/2014/main" id="{8C9D8A34-AF28-3BA5-0678-810570256063}"/>
              </a:ext>
            </a:extLst>
          </p:cNvPr>
          <p:cNvSpPr/>
          <p:nvPr/>
        </p:nvSpPr>
        <p:spPr>
          <a:xfrm>
            <a:off x="7894290" y="1984921"/>
            <a:ext cx="21431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5A27"/>
                </a:solidFill>
              </a:rPr>
              <a:t>Validation</a:t>
            </a:r>
            <a:endParaRPr lang="en-US" sz="1350" dirty="0"/>
          </a:p>
        </p:txBody>
      </p:sp>
      <p:sp>
        <p:nvSpPr>
          <p:cNvPr id="82" name="SK-20-text-41">
            <a:extLst>
              <a:ext uri="{FF2B5EF4-FFF2-40B4-BE49-F238E27FC236}">
                <a16:creationId xmlns:a16="http://schemas.microsoft.com/office/drawing/2014/main" id="{D0F10C60-13EA-5BD4-6CF2-9C515A0962E1}"/>
              </a:ext>
            </a:extLst>
          </p:cNvPr>
          <p:cNvSpPr/>
          <p:nvPr/>
        </p:nvSpPr>
        <p:spPr>
          <a:xfrm>
            <a:off x="7475190" y="2323058"/>
            <a:ext cx="399291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 de l'intégrité des entrées utilisateur avant tout traitement. Gestion des erreurs de saisie et des contraintes métier.</a:t>
            </a:r>
            <a:endParaRPr lang="en-US" sz="1125" dirty="0"/>
          </a:p>
        </p:txBody>
      </p:sp>
      <p:sp>
        <p:nvSpPr>
          <p:cNvPr id="84" name="SK-20-text-42">
            <a:extLst>
              <a:ext uri="{FF2B5EF4-FFF2-40B4-BE49-F238E27FC236}">
                <a16:creationId xmlns:a16="http://schemas.microsoft.com/office/drawing/2014/main" id="{8055168F-E5F5-A540-C605-63CD5C7350C2}"/>
              </a:ext>
            </a:extLst>
          </p:cNvPr>
          <p:cNvSpPr/>
          <p:nvPr/>
        </p:nvSpPr>
        <p:spPr>
          <a:xfrm>
            <a:off x="7894290" y="3439418"/>
            <a:ext cx="296608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5A27"/>
                </a:solidFill>
              </a:rPr>
              <a:t>Logique Métier</a:t>
            </a:r>
            <a:endParaRPr lang="en-US" sz="1350" dirty="0"/>
          </a:p>
        </p:txBody>
      </p:sp>
      <p:sp>
        <p:nvSpPr>
          <p:cNvPr id="86" name="SK-20-text-43">
            <a:extLst>
              <a:ext uri="{FF2B5EF4-FFF2-40B4-BE49-F238E27FC236}">
                <a16:creationId xmlns:a16="http://schemas.microsoft.com/office/drawing/2014/main" id="{CF996D79-9953-13DA-DF11-2581918C04DD}"/>
              </a:ext>
            </a:extLst>
          </p:cNvPr>
          <p:cNvSpPr/>
          <p:nvPr/>
        </p:nvSpPr>
        <p:spPr>
          <a:xfrm>
            <a:off x="7475190" y="3777555"/>
            <a:ext cx="399291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des données via l'ORM Sequelize. Calculs, agrégations et application des règles spécifiques à FM Abattage.</a:t>
            </a:r>
            <a:endParaRPr lang="en-US" sz="1125" dirty="0"/>
          </a:p>
        </p:txBody>
      </p:sp>
      <p:sp>
        <p:nvSpPr>
          <p:cNvPr id="88" name="SK-20-text-44">
            <a:extLst>
              <a:ext uri="{FF2B5EF4-FFF2-40B4-BE49-F238E27FC236}">
                <a16:creationId xmlns:a16="http://schemas.microsoft.com/office/drawing/2014/main" id="{A78B7044-5FFA-4896-E625-D13D796058A1}"/>
              </a:ext>
            </a:extLst>
          </p:cNvPr>
          <p:cNvSpPr/>
          <p:nvPr/>
        </p:nvSpPr>
        <p:spPr>
          <a:xfrm>
            <a:off x="7894290" y="4893915"/>
            <a:ext cx="15259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5A27"/>
                </a:solidFill>
              </a:rPr>
              <a:t>Réponse</a:t>
            </a:r>
            <a:endParaRPr lang="en-US" sz="1350" dirty="0"/>
          </a:p>
        </p:txBody>
      </p:sp>
      <p:sp>
        <p:nvSpPr>
          <p:cNvPr id="90" name="SK-20-text-45">
            <a:extLst>
              <a:ext uri="{FF2B5EF4-FFF2-40B4-BE49-F238E27FC236}">
                <a16:creationId xmlns:a16="http://schemas.microsoft.com/office/drawing/2014/main" id="{E78643E7-1CE0-C891-BBD9-8FF826397B3C}"/>
              </a:ext>
            </a:extLst>
          </p:cNvPr>
          <p:cNvSpPr/>
          <p:nvPr/>
        </p:nvSpPr>
        <p:spPr>
          <a:xfrm>
            <a:off x="7475190" y="5232053"/>
            <a:ext cx="399291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Envoi d'une réponse standardisée au format JSON avec les codes de statut HTTP appropriés (200 OK, 201 Created, 400 Error).</a:t>
            </a:r>
            <a:endParaRPr lang="en-US" sz="1125" dirty="0"/>
          </a:p>
        </p:txBody>
      </p:sp>
      <p:pic>
        <p:nvPicPr>
          <p:cNvPr id="94" name="Image 93">
            <a:extLst>
              <a:ext uri="{FF2B5EF4-FFF2-40B4-BE49-F238E27FC236}">
                <a16:creationId xmlns:a16="http://schemas.microsoft.com/office/drawing/2014/main" id="{13E0AB1F-5947-1AAF-74C3-8E5DCD03BAF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14629" y="3023461"/>
            <a:ext cx="1762371" cy="2953162"/>
          </a:xfrm>
          <a:prstGeom prst="rect">
            <a:avLst/>
          </a:prstGeom>
        </p:spPr>
      </p:pic>
      <p:pic>
        <p:nvPicPr>
          <p:cNvPr id="96" name="Image 95">
            <a:extLst>
              <a:ext uri="{FF2B5EF4-FFF2-40B4-BE49-F238E27FC236}">
                <a16:creationId xmlns:a16="http://schemas.microsoft.com/office/drawing/2014/main" id="{2ACBAE3F-C566-04C4-F3FE-689B65733E7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7074" y="1710604"/>
            <a:ext cx="2708560" cy="464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23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091FFA6-CBD8-63DA-E865-0FD9ED04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6CD244-27A0-B84C-F28C-7D6BFABB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43DCA5-9C42-E300-0332-3BFEF83B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21</a:t>
            </a:fld>
            <a:endParaRPr lang="fr-FR"/>
          </a:p>
        </p:txBody>
      </p:sp>
      <p:pic>
        <p:nvPicPr>
          <p:cNvPr id="6" name="SK-21-img-3" descr="preencoded.png">
            <a:extLst>
              <a:ext uri="{FF2B5EF4-FFF2-40B4-BE49-F238E27FC236}">
                <a16:creationId xmlns:a16="http://schemas.microsoft.com/office/drawing/2014/main" id="{32508A1C-55B8-E35C-E2A7-C05366D55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21-img-4" descr="preencoded.png">
            <a:extLst>
              <a:ext uri="{FF2B5EF4-FFF2-40B4-BE49-F238E27FC236}">
                <a16:creationId xmlns:a16="http://schemas.microsoft.com/office/drawing/2014/main" id="{9BE2C54D-F084-3BDF-97FD-7B99CB8CF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3396"/>
            <a:ext cx="8039100" cy="1362967"/>
          </a:xfrm>
          <a:prstGeom prst="rect">
            <a:avLst/>
          </a:prstGeom>
        </p:spPr>
      </p:pic>
      <p:pic>
        <p:nvPicPr>
          <p:cNvPr id="10" name="SK-21-img-5" descr="preencoded.png">
            <a:extLst>
              <a:ext uri="{FF2B5EF4-FFF2-40B4-BE49-F238E27FC236}">
                <a16:creationId xmlns:a16="http://schemas.microsoft.com/office/drawing/2014/main" id="{00ADBDE5-6E92-4DF6-57D5-A6A795E66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383804"/>
            <a:ext cx="154781" cy="125760"/>
          </a:xfrm>
          <a:prstGeom prst="rect">
            <a:avLst/>
          </a:prstGeom>
        </p:spPr>
      </p:pic>
      <p:pic>
        <p:nvPicPr>
          <p:cNvPr id="12" name="SK-21-img-6" descr="preencoded.png">
            <a:extLst>
              <a:ext uri="{FF2B5EF4-FFF2-40B4-BE49-F238E27FC236}">
                <a16:creationId xmlns:a16="http://schemas.microsoft.com/office/drawing/2014/main" id="{5D8E6237-FD14-6D44-F248-89872CFB3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635" y="1627733"/>
            <a:ext cx="381000" cy="381000"/>
          </a:xfrm>
          <a:prstGeom prst="rect">
            <a:avLst/>
          </a:prstGeom>
        </p:spPr>
      </p:pic>
      <p:pic>
        <p:nvPicPr>
          <p:cNvPr id="14" name="SK-21-img-7" descr="preencoded.png">
            <a:extLst>
              <a:ext uri="{FF2B5EF4-FFF2-40B4-BE49-F238E27FC236}">
                <a16:creationId xmlns:a16="http://schemas.microsoft.com/office/drawing/2014/main" id="{87579272-9B76-69C9-A2C3-BFF529E04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885" y="1742033"/>
            <a:ext cx="190500" cy="152400"/>
          </a:xfrm>
          <a:prstGeom prst="rect">
            <a:avLst/>
          </a:prstGeom>
        </p:spPr>
      </p:pic>
      <p:pic>
        <p:nvPicPr>
          <p:cNvPr id="16" name="SK-21-img-8" descr="preencoded.png">
            <a:extLst>
              <a:ext uri="{FF2B5EF4-FFF2-40B4-BE49-F238E27FC236}">
                <a16:creationId xmlns:a16="http://schemas.microsoft.com/office/drawing/2014/main" id="{A863762A-C20C-6AF7-96BA-837DC475CC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9468" y="1770311"/>
            <a:ext cx="166688" cy="137220"/>
          </a:xfrm>
          <a:prstGeom prst="rect">
            <a:avLst/>
          </a:prstGeom>
        </p:spPr>
      </p:pic>
      <p:pic>
        <p:nvPicPr>
          <p:cNvPr id="18" name="SK-21-img-9" descr="preencoded.png">
            <a:extLst>
              <a:ext uri="{FF2B5EF4-FFF2-40B4-BE49-F238E27FC236}">
                <a16:creationId xmlns:a16="http://schemas.microsoft.com/office/drawing/2014/main" id="{3076CCDE-E3A2-E433-8ECC-64E5292EDB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3841" y="1627733"/>
            <a:ext cx="381000" cy="381000"/>
          </a:xfrm>
          <a:prstGeom prst="rect">
            <a:avLst/>
          </a:prstGeom>
        </p:spPr>
      </p:pic>
      <p:pic>
        <p:nvPicPr>
          <p:cNvPr id="20" name="SK-21-img-10" descr="preencoded.png">
            <a:extLst>
              <a:ext uri="{FF2B5EF4-FFF2-40B4-BE49-F238E27FC236}">
                <a16:creationId xmlns:a16="http://schemas.microsoft.com/office/drawing/2014/main" id="{480E5813-3CC8-6ABF-8CC0-4D34E8EACE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9091" y="1742033"/>
            <a:ext cx="190500" cy="152400"/>
          </a:xfrm>
          <a:prstGeom prst="rect">
            <a:avLst/>
          </a:prstGeom>
        </p:spPr>
      </p:pic>
      <p:pic>
        <p:nvPicPr>
          <p:cNvPr id="22" name="SK-21-img-11" descr="preencoded.png">
            <a:extLst>
              <a:ext uri="{FF2B5EF4-FFF2-40B4-BE49-F238E27FC236}">
                <a16:creationId xmlns:a16="http://schemas.microsoft.com/office/drawing/2014/main" id="{E40EFDE6-4B1A-047E-48BF-DE34DBB152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2674" y="1770311"/>
            <a:ext cx="166688" cy="137220"/>
          </a:xfrm>
          <a:prstGeom prst="rect">
            <a:avLst/>
          </a:prstGeom>
        </p:spPr>
      </p:pic>
      <p:pic>
        <p:nvPicPr>
          <p:cNvPr id="24" name="SK-21-img-12" descr="preencoded.png">
            <a:extLst>
              <a:ext uri="{FF2B5EF4-FFF2-40B4-BE49-F238E27FC236}">
                <a16:creationId xmlns:a16="http://schemas.microsoft.com/office/drawing/2014/main" id="{B5DD0036-2C04-C22A-0EAF-E8656B3B57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7046" y="1627733"/>
            <a:ext cx="381000" cy="381000"/>
          </a:xfrm>
          <a:prstGeom prst="rect">
            <a:avLst/>
          </a:prstGeom>
        </p:spPr>
      </p:pic>
      <p:pic>
        <p:nvPicPr>
          <p:cNvPr id="26" name="SK-21-img-13" descr="preencoded.png">
            <a:extLst>
              <a:ext uri="{FF2B5EF4-FFF2-40B4-BE49-F238E27FC236}">
                <a16:creationId xmlns:a16="http://schemas.microsoft.com/office/drawing/2014/main" id="{9842B41A-36E2-1925-78D4-63B270FC51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2296" y="1742033"/>
            <a:ext cx="190500" cy="152400"/>
          </a:xfrm>
          <a:prstGeom prst="rect">
            <a:avLst/>
          </a:prstGeom>
        </p:spPr>
      </p:pic>
      <p:pic>
        <p:nvPicPr>
          <p:cNvPr id="28" name="SK-21-img-14" descr="preencoded.png">
            <a:extLst>
              <a:ext uri="{FF2B5EF4-FFF2-40B4-BE49-F238E27FC236}">
                <a16:creationId xmlns:a16="http://schemas.microsoft.com/office/drawing/2014/main" id="{ECE2388C-A7CD-43EC-2AD4-6ED692EB84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5880" y="1770311"/>
            <a:ext cx="166688" cy="137220"/>
          </a:xfrm>
          <a:prstGeom prst="rect">
            <a:avLst/>
          </a:prstGeom>
        </p:spPr>
      </p:pic>
      <p:pic>
        <p:nvPicPr>
          <p:cNvPr id="30" name="SK-21-img-15" descr="preencoded.png">
            <a:extLst>
              <a:ext uri="{FF2B5EF4-FFF2-40B4-BE49-F238E27FC236}">
                <a16:creationId xmlns:a16="http://schemas.microsoft.com/office/drawing/2014/main" id="{12EAEF3C-6B35-562D-A5E0-8E9CFBBEDF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0252" y="1627733"/>
            <a:ext cx="381000" cy="381000"/>
          </a:xfrm>
          <a:prstGeom prst="rect">
            <a:avLst/>
          </a:prstGeom>
        </p:spPr>
      </p:pic>
      <p:pic>
        <p:nvPicPr>
          <p:cNvPr id="32" name="SK-21-img-16" descr="preencoded.png">
            <a:extLst>
              <a:ext uri="{FF2B5EF4-FFF2-40B4-BE49-F238E27FC236}">
                <a16:creationId xmlns:a16="http://schemas.microsoft.com/office/drawing/2014/main" id="{3E118BBD-17DF-1573-2605-089676AAE8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502" y="1742033"/>
            <a:ext cx="190500" cy="152400"/>
          </a:xfrm>
          <a:prstGeom prst="rect">
            <a:avLst/>
          </a:prstGeom>
        </p:spPr>
      </p:pic>
      <p:pic>
        <p:nvPicPr>
          <p:cNvPr id="34" name="SK-21-img-17" descr="preencoded.png">
            <a:extLst>
              <a:ext uri="{FF2B5EF4-FFF2-40B4-BE49-F238E27FC236}">
                <a16:creationId xmlns:a16="http://schemas.microsoft.com/office/drawing/2014/main" id="{CBB75035-74F8-35BF-19CB-AEE4D642A0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9086" y="1770311"/>
            <a:ext cx="166688" cy="137220"/>
          </a:xfrm>
          <a:prstGeom prst="rect">
            <a:avLst/>
          </a:prstGeom>
        </p:spPr>
      </p:pic>
      <p:pic>
        <p:nvPicPr>
          <p:cNvPr id="36" name="SK-21-img-18" descr="preencoded.png">
            <a:extLst>
              <a:ext uri="{FF2B5EF4-FFF2-40B4-BE49-F238E27FC236}">
                <a16:creationId xmlns:a16="http://schemas.microsoft.com/office/drawing/2014/main" id="{C5EFFC09-1B54-0D3E-2CB5-DAC33D90206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23458" y="1627733"/>
            <a:ext cx="381000" cy="381000"/>
          </a:xfrm>
          <a:prstGeom prst="rect">
            <a:avLst/>
          </a:prstGeom>
        </p:spPr>
      </p:pic>
      <p:pic>
        <p:nvPicPr>
          <p:cNvPr id="38" name="SK-21-img-19" descr="preencoded.png">
            <a:extLst>
              <a:ext uri="{FF2B5EF4-FFF2-40B4-BE49-F238E27FC236}">
                <a16:creationId xmlns:a16="http://schemas.microsoft.com/office/drawing/2014/main" id="{A30B60FE-9CA0-C9CC-14B4-0DBD08AB073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8708" y="1742033"/>
            <a:ext cx="190500" cy="152400"/>
          </a:xfrm>
          <a:prstGeom prst="rect">
            <a:avLst/>
          </a:prstGeom>
        </p:spPr>
      </p:pic>
      <p:pic>
        <p:nvPicPr>
          <p:cNvPr id="40" name="SK-21-img-20" descr="preencoded.png">
            <a:extLst>
              <a:ext uri="{FF2B5EF4-FFF2-40B4-BE49-F238E27FC236}">
                <a16:creationId xmlns:a16="http://schemas.microsoft.com/office/drawing/2014/main" id="{F7ED57E0-C045-A672-9AFA-58EB14A8BD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2292" y="1770311"/>
            <a:ext cx="166688" cy="137220"/>
          </a:xfrm>
          <a:prstGeom prst="rect">
            <a:avLst/>
          </a:prstGeom>
        </p:spPr>
      </p:pic>
      <p:pic>
        <p:nvPicPr>
          <p:cNvPr id="42" name="SK-21-img-21" descr="preencoded.png">
            <a:extLst>
              <a:ext uri="{FF2B5EF4-FFF2-40B4-BE49-F238E27FC236}">
                <a16:creationId xmlns:a16="http://schemas.microsoft.com/office/drawing/2014/main" id="{A2D704B1-7BBC-EBA8-7BB7-7473339BB8D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46664" y="1627733"/>
            <a:ext cx="381000" cy="381000"/>
          </a:xfrm>
          <a:prstGeom prst="rect">
            <a:avLst/>
          </a:prstGeom>
        </p:spPr>
      </p:pic>
      <p:pic>
        <p:nvPicPr>
          <p:cNvPr id="44" name="SK-21-img-22" descr="preencoded.png">
            <a:extLst>
              <a:ext uri="{FF2B5EF4-FFF2-40B4-BE49-F238E27FC236}">
                <a16:creationId xmlns:a16="http://schemas.microsoft.com/office/drawing/2014/main" id="{FA17EFFC-AD28-7116-F680-A975EAF2C22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41914" y="1742033"/>
            <a:ext cx="190500" cy="152400"/>
          </a:xfrm>
          <a:prstGeom prst="rect">
            <a:avLst/>
          </a:prstGeom>
        </p:spPr>
      </p:pic>
      <p:pic>
        <p:nvPicPr>
          <p:cNvPr id="46" name="SK-21-img-23" descr="preencoded.png">
            <a:extLst>
              <a:ext uri="{FF2B5EF4-FFF2-40B4-BE49-F238E27FC236}">
                <a16:creationId xmlns:a16="http://schemas.microsoft.com/office/drawing/2014/main" id="{3CD26AFB-B434-CF76-88BE-3D6D6612FF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498" y="1770311"/>
            <a:ext cx="166688" cy="137220"/>
          </a:xfrm>
          <a:prstGeom prst="rect">
            <a:avLst/>
          </a:prstGeom>
        </p:spPr>
      </p:pic>
      <p:pic>
        <p:nvPicPr>
          <p:cNvPr id="48" name="SK-21-img-24" descr="preencoded.png">
            <a:extLst>
              <a:ext uri="{FF2B5EF4-FFF2-40B4-BE49-F238E27FC236}">
                <a16:creationId xmlns:a16="http://schemas.microsoft.com/office/drawing/2014/main" id="{192C2FD2-FAE7-A15A-B1C0-34F4A0ED70A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69870" y="1627733"/>
            <a:ext cx="381000" cy="381000"/>
          </a:xfrm>
          <a:prstGeom prst="rect">
            <a:avLst/>
          </a:prstGeom>
        </p:spPr>
      </p:pic>
      <p:pic>
        <p:nvPicPr>
          <p:cNvPr id="50" name="SK-21-img-25" descr="preencoded.png">
            <a:extLst>
              <a:ext uri="{FF2B5EF4-FFF2-40B4-BE49-F238E27FC236}">
                <a16:creationId xmlns:a16="http://schemas.microsoft.com/office/drawing/2014/main" id="{C9621F17-8E44-EF56-62A3-CB27AB52FCC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65120" y="1742033"/>
            <a:ext cx="190500" cy="152400"/>
          </a:xfrm>
          <a:prstGeom prst="rect">
            <a:avLst/>
          </a:prstGeom>
        </p:spPr>
      </p:pic>
      <p:pic>
        <p:nvPicPr>
          <p:cNvPr id="52" name="SK-21-img-26" descr="preencoded.png">
            <a:extLst>
              <a:ext uri="{FF2B5EF4-FFF2-40B4-BE49-F238E27FC236}">
                <a16:creationId xmlns:a16="http://schemas.microsoft.com/office/drawing/2014/main" id="{426EA7DA-3BC1-54CB-6D74-F238AAA22D0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10688" y="3126533"/>
            <a:ext cx="2857500" cy="2047875"/>
          </a:xfrm>
          <a:prstGeom prst="rect">
            <a:avLst/>
          </a:prstGeom>
        </p:spPr>
      </p:pic>
      <p:pic>
        <p:nvPicPr>
          <p:cNvPr id="54" name="SK-21-img-27" descr="preencoded.png">
            <a:extLst>
              <a:ext uri="{FF2B5EF4-FFF2-40B4-BE49-F238E27FC236}">
                <a16:creationId xmlns:a16="http://schemas.microsoft.com/office/drawing/2014/main" id="{5AB3C559-D968-8D16-827A-52914CF834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63088" y="3296941"/>
            <a:ext cx="154781" cy="125760"/>
          </a:xfrm>
          <a:prstGeom prst="rect">
            <a:avLst/>
          </a:prstGeom>
        </p:spPr>
      </p:pic>
      <p:pic>
        <p:nvPicPr>
          <p:cNvPr id="56" name="SK-21-img-28" descr="preencoded.png">
            <a:extLst>
              <a:ext uri="{FF2B5EF4-FFF2-40B4-BE49-F238E27FC236}">
                <a16:creationId xmlns:a16="http://schemas.microsoft.com/office/drawing/2014/main" id="{2FA5F77B-40C1-05E3-968D-93F3B8FA0C5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63088" y="3521820"/>
            <a:ext cx="438150" cy="242888"/>
          </a:xfrm>
          <a:prstGeom prst="rect">
            <a:avLst/>
          </a:prstGeom>
        </p:spPr>
      </p:pic>
      <p:pic>
        <p:nvPicPr>
          <p:cNvPr id="58" name="SK-21-img-29" descr="preencoded.png">
            <a:extLst>
              <a:ext uri="{FF2B5EF4-FFF2-40B4-BE49-F238E27FC236}">
                <a16:creationId xmlns:a16="http://schemas.microsoft.com/office/drawing/2014/main" id="{E75D7A98-C4DE-BAC8-3F07-3648BD26210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63088" y="3840908"/>
            <a:ext cx="438150" cy="242888"/>
          </a:xfrm>
          <a:prstGeom prst="rect">
            <a:avLst/>
          </a:prstGeom>
        </p:spPr>
      </p:pic>
      <p:pic>
        <p:nvPicPr>
          <p:cNvPr id="60" name="SK-21-img-30" descr="preencoded.png">
            <a:extLst>
              <a:ext uri="{FF2B5EF4-FFF2-40B4-BE49-F238E27FC236}">
                <a16:creationId xmlns:a16="http://schemas.microsoft.com/office/drawing/2014/main" id="{E48B17F4-5E27-34BC-B2FA-40DDFB7B930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63088" y="4159995"/>
            <a:ext cx="438150" cy="242888"/>
          </a:xfrm>
          <a:prstGeom prst="rect">
            <a:avLst/>
          </a:prstGeom>
        </p:spPr>
      </p:pic>
      <p:pic>
        <p:nvPicPr>
          <p:cNvPr id="62" name="SK-21-img-31" descr="preencoded.png">
            <a:extLst>
              <a:ext uri="{FF2B5EF4-FFF2-40B4-BE49-F238E27FC236}">
                <a16:creationId xmlns:a16="http://schemas.microsoft.com/office/drawing/2014/main" id="{25F6A9DB-DF25-9023-86C6-735E5FA2ED2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63088" y="4479083"/>
            <a:ext cx="438150" cy="242888"/>
          </a:xfrm>
          <a:prstGeom prst="rect">
            <a:avLst/>
          </a:prstGeom>
        </p:spPr>
      </p:pic>
      <p:pic>
        <p:nvPicPr>
          <p:cNvPr id="64" name="SK-21-img-32" descr="preencoded.png">
            <a:extLst>
              <a:ext uri="{FF2B5EF4-FFF2-40B4-BE49-F238E27FC236}">
                <a16:creationId xmlns:a16="http://schemas.microsoft.com/office/drawing/2014/main" id="{9A3A8822-8FFF-0125-7004-EBA7C2C03A3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63088" y="4798170"/>
            <a:ext cx="438150" cy="242888"/>
          </a:xfrm>
          <a:prstGeom prst="rect">
            <a:avLst/>
          </a:prstGeom>
        </p:spPr>
      </p:pic>
      <p:pic>
        <p:nvPicPr>
          <p:cNvPr id="76" name="SK-21-img-38" descr="preencoded.png">
            <a:extLst>
              <a:ext uri="{FF2B5EF4-FFF2-40B4-BE49-F238E27FC236}">
                <a16:creationId xmlns:a16="http://schemas.microsoft.com/office/drawing/2014/main" id="{615F9FB3-E0A7-2DA1-97AE-551B5AA6CD7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73956" y="2690663"/>
            <a:ext cx="4206180" cy="680145"/>
          </a:xfrm>
          <a:prstGeom prst="rect">
            <a:avLst/>
          </a:prstGeom>
        </p:spPr>
      </p:pic>
      <p:pic>
        <p:nvPicPr>
          <p:cNvPr id="78" name="SK-21-img-39" descr="preencoded.png">
            <a:extLst>
              <a:ext uri="{FF2B5EF4-FFF2-40B4-BE49-F238E27FC236}">
                <a16:creationId xmlns:a16="http://schemas.microsoft.com/office/drawing/2014/main" id="{AD791615-DF6A-9DA4-C16D-6151031EDC5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07306" y="2868810"/>
            <a:ext cx="323850" cy="323850"/>
          </a:xfrm>
          <a:prstGeom prst="rect">
            <a:avLst/>
          </a:prstGeom>
        </p:spPr>
      </p:pic>
      <p:pic>
        <p:nvPicPr>
          <p:cNvPr id="80" name="SK-21-img-40" descr="preencoded.png">
            <a:extLst>
              <a:ext uri="{FF2B5EF4-FFF2-40B4-BE49-F238E27FC236}">
                <a16:creationId xmlns:a16="http://schemas.microsoft.com/office/drawing/2014/main" id="{241C10BD-01EB-0C8F-C47B-DE70E351951F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79934" y="2956321"/>
            <a:ext cx="178594" cy="148828"/>
          </a:xfrm>
          <a:prstGeom prst="rect">
            <a:avLst/>
          </a:prstGeom>
        </p:spPr>
      </p:pic>
      <p:pic>
        <p:nvPicPr>
          <p:cNvPr id="82" name="SK-21-img-41" descr="preencoded.png">
            <a:extLst>
              <a:ext uri="{FF2B5EF4-FFF2-40B4-BE49-F238E27FC236}">
                <a16:creationId xmlns:a16="http://schemas.microsoft.com/office/drawing/2014/main" id="{1FC4DE40-A245-45A1-81E5-F30F05B2B71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73956" y="3466057"/>
            <a:ext cx="4206180" cy="680145"/>
          </a:xfrm>
          <a:prstGeom prst="rect">
            <a:avLst/>
          </a:prstGeom>
        </p:spPr>
      </p:pic>
      <p:pic>
        <p:nvPicPr>
          <p:cNvPr id="84" name="SK-21-img-42" descr="preencoded.png">
            <a:extLst>
              <a:ext uri="{FF2B5EF4-FFF2-40B4-BE49-F238E27FC236}">
                <a16:creationId xmlns:a16="http://schemas.microsoft.com/office/drawing/2014/main" id="{07B614C9-8386-DA83-94B7-F853D2E0DE1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07306" y="3644205"/>
            <a:ext cx="323850" cy="323850"/>
          </a:xfrm>
          <a:prstGeom prst="rect">
            <a:avLst/>
          </a:prstGeom>
        </p:spPr>
      </p:pic>
      <p:pic>
        <p:nvPicPr>
          <p:cNvPr id="86" name="SK-21-img-43" descr="preencoded.png">
            <a:extLst>
              <a:ext uri="{FF2B5EF4-FFF2-40B4-BE49-F238E27FC236}">
                <a16:creationId xmlns:a16="http://schemas.microsoft.com/office/drawing/2014/main" id="{0549BAB4-24A9-95CB-48E0-06775C8E2B4C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79934" y="3731715"/>
            <a:ext cx="178594" cy="148828"/>
          </a:xfrm>
          <a:prstGeom prst="rect">
            <a:avLst/>
          </a:prstGeom>
        </p:spPr>
      </p:pic>
      <p:pic>
        <p:nvPicPr>
          <p:cNvPr id="88" name="SK-21-img-44" descr="preencoded.png">
            <a:extLst>
              <a:ext uri="{FF2B5EF4-FFF2-40B4-BE49-F238E27FC236}">
                <a16:creationId xmlns:a16="http://schemas.microsoft.com/office/drawing/2014/main" id="{84CA1A90-7E5C-5651-82C0-3A3B15DE2E0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73956" y="4241452"/>
            <a:ext cx="4206180" cy="680145"/>
          </a:xfrm>
          <a:prstGeom prst="rect">
            <a:avLst/>
          </a:prstGeom>
        </p:spPr>
      </p:pic>
      <p:pic>
        <p:nvPicPr>
          <p:cNvPr id="90" name="SK-21-img-45" descr="preencoded.png">
            <a:extLst>
              <a:ext uri="{FF2B5EF4-FFF2-40B4-BE49-F238E27FC236}">
                <a16:creationId xmlns:a16="http://schemas.microsoft.com/office/drawing/2014/main" id="{2BC3602B-8A31-719D-BFE0-9A05F5E8E13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07306" y="4419599"/>
            <a:ext cx="323850" cy="323850"/>
          </a:xfrm>
          <a:prstGeom prst="rect">
            <a:avLst/>
          </a:prstGeom>
        </p:spPr>
      </p:pic>
      <p:pic>
        <p:nvPicPr>
          <p:cNvPr id="92" name="SK-21-img-46" descr="preencoded.png">
            <a:extLst>
              <a:ext uri="{FF2B5EF4-FFF2-40B4-BE49-F238E27FC236}">
                <a16:creationId xmlns:a16="http://schemas.microsoft.com/office/drawing/2014/main" id="{45725010-B803-37AE-28F4-86A5F884DF78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79934" y="4507110"/>
            <a:ext cx="178594" cy="148828"/>
          </a:xfrm>
          <a:prstGeom prst="rect">
            <a:avLst/>
          </a:prstGeom>
        </p:spPr>
      </p:pic>
      <p:pic>
        <p:nvPicPr>
          <p:cNvPr id="94" name="SK-21-img-47" descr="preencoded.png">
            <a:extLst>
              <a:ext uri="{FF2B5EF4-FFF2-40B4-BE49-F238E27FC236}">
                <a16:creationId xmlns:a16="http://schemas.microsoft.com/office/drawing/2014/main" id="{D808FCDD-75CF-A5BB-35A0-C7FEE8DDD1CC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73956" y="5016846"/>
            <a:ext cx="4206180" cy="680145"/>
          </a:xfrm>
          <a:prstGeom prst="rect">
            <a:avLst/>
          </a:prstGeom>
        </p:spPr>
      </p:pic>
      <p:pic>
        <p:nvPicPr>
          <p:cNvPr id="96" name="SK-21-img-48" descr="preencoded.png">
            <a:extLst>
              <a:ext uri="{FF2B5EF4-FFF2-40B4-BE49-F238E27FC236}">
                <a16:creationId xmlns:a16="http://schemas.microsoft.com/office/drawing/2014/main" id="{40F3FC31-6AD5-1B87-2526-C43538CC5CE8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307306" y="5194994"/>
            <a:ext cx="323850" cy="323850"/>
          </a:xfrm>
          <a:prstGeom prst="rect">
            <a:avLst/>
          </a:prstGeom>
        </p:spPr>
      </p:pic>
      <p:pic>
        <p:nvPicPr>
          <p:cNvPr id="98" name="SK-21-img-49" descr="preencoded.png">
            <a:extLst>
              <a:ext uri="{FF2B5EF4-FFF2-40B4-BE49-F238E27FC236}">
                <a16:creationId xmlns:a16="http://schemas.microsoft.com/office/drawing/2014/main" id="{CE379BD7-8444-0E1A-9CF7-CC25DAF09453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79934" y="5282505"/>
            <a:ext cx="178594" cy="148828"/>
          </a:xfrm>
          <a:prstGeom prst="rect">
            <a:avLst/>
          </a:prstGeom>
        </p:spPr>
      </p:pic>
      <p:sp>
        <p:nvSpPr>
          <p:cNvPr id="100" name="SK-21-text-50">
            <a:extLst>
              <a:ext uri="{FF2B5EF4-FFF2-40B4-BE49-F238E27FC236}">
                <a16:creationId xmlns:a16="http://schemas.microsoft.com/office/drawing/2014/main" id="{10DC6683-74ED-8679-23C0-7F9D8411491A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102" name="SK-21-text-51">
            <a:extLst>
              <a:ext uri="{FF2B5EF4-FFF2-40B4-BE49-F238E27FC236}">
                <a16:creationId xmlns:a16="http://schemas.microsoft.com/office/drawing/2014/main" id="{3F163BB5-66FF-1CAF-D4A8-97FB5D903CA8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Réponses API JSON — CP6</a:t>
            </a:r>
            <a:endParaRPr lang="en-US" sz="2400" dirty="0"/>
          </a:p>
        </p:txBody>
      </p:sp>
      <p:sp>
        <p:nvSpPr>
          <p:cNvPr id="104" name="SK-21-text-52">
            <a:extLst>
              <a:ext uri="{FF2B5EF4-FFF2-40B4-BE49-F238E27FC236}">
                <a16:creationId xmlns:a16="http://schemas.microsoft.com/office/drawing/2014/main" id="{ED0E0785-4A94-0BBA-6BCB-AA1D783C1A40}"/>
              </a:ext>
            </a:extLst>
          </p:cNvPr>
          <p:cNvSpPr/>
          <p:nvPr/>
        </p:nvSpPr>
        <p:spPr>
          <a:xfrm>
            <a:off x="916781" y="1346746"/>
            <a:ext cx="76581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48" dirty="0">
                <a:solidFill>
                  <a:srgbClr val="2D5A27"/>
                </a:solidFill>
              </a:rPr>
              <a:t>  FLUX DE SYNTHÈSE COMPLET</a:t>
            </a:r>
            <a:endParaRPr lang="en-US" sz="975" dirty="0"/>
          </a:p>
        </p:txBody>
      </p:sp>
      <p:sp>
        <p:nvSpPr>
          <p:cNvPr id="106" name="SK-21-text-53">
            <a:extLst>
              <a:ext uri="{FF2B5EF4-FFF2-40B4-BE49-F238E27FC236}">
                <a16:creationId xmlns:a16="http://schemas.microsoft.com/office/drawing/2014/main" id="{6D1A62E5-5E84-24E0-123F-C0369DF12971}"/>
              </a:ext>
            </a:extLst>
          </p:cNvPr>
          <p:cNvSpPr/>
          <p:nvPr/>
        </p:nvSpPr>
        <p:spPr>
          <a:xfrm>
            <a:off x="878235" y="2056358"/>
            <a:ext cx="6858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Navigateur</a:t>
            </a:r>
            <a:endParaRPr lang="en-US" sz="900" dirty="0"/>
          </a:p>
        </p:txBody>
      </p:sp>
      <p:sp>
        <p:nvSpPr>
          <p:cNvPr id="108" name="SK-21-text-54">
            <a:extLst>
              <a:ext uri="{FF2B5EF4-FFF2-40B4-BE49-F238E27FC236}">
                <a16:creationId xmlns:a16="http://schemas.microsoft.com/office/drawing/2014/main" id="{1B55EB98-6189-053C-7455-DB24A70ED6CE}"/>
              </a:ext>
            </a:extLst>
          </p:cNvPr>
          <p:cNvSpPr/>
          <p:nvPr/>
        </p:nvSpPr>
        <p:spPr>
          <a:xfrm>
            <a:off x="2149078" y="2056358"/>
            <a:ext cx="390525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</a:t>
            </a:r>
            <a:endParaRPr lang="en-US" sz="900" dirty="0"/>
          </a:p>
        </p:txBody>
      </p:sp>
      <p:sp>
        <p:nvSpPr>
          <p:cNvPr id="110" name="SK-21-text-55">
            <a:extLst>
              <a:ext uri="{FF2B5EF4-FFF2-40B4-BE49-F238E27FC236}">
                <a16:creationId xmlns:a16="http://schemas.microsoft.com/office/drawing/2014/main" id="{8CFA7D8D-E6EA-7995-E6FA-389B70FB5913}"/>
              </a:ext>
            </a:extLst>
          </p:cNvPr>
          <p:cNvSpPr/>
          <p:nvPr/>
        </p:nvSpPr>
        <p:spPr>
          <a:xfrm>
            <a:off x="3138934" y="2056358"/>
            <a:ext cx="657225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Contrôleur</a:t>
            </a:r>
            <a:endParaRPr lang="en-US" sz="900" dirty="0"/>
          </a:p>
        </p:txBody>
      </p:sp>
      <p:sp>
        <p:nvSpPr>
          <p:cNvPr id="112" name="SK-21-text-56">
            <a:extLst>
              <a:ext uri="{FF2B5EF4-FFF2-40B4-BE49-F238E27FC236}">
                <a16:creationId xmlns:a16="http://schemas.microsoft.com/office/drawing/2014/main" id="{C1042A03-AC17-991B-5827-235786318FC7}"/>
              </a:ext>
            </a:extLst>
          </p:cNvPr>
          <p:cNvSpPr/>
          <p:nvPr/>
        </p:nvSpPr>
        <p:spPr>
          <a:xfrm>
            <a:off x="4352627" y="2056358"/>
            <a:ext cx="47625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</a:t>
            </a:r>
            <a:endParaRPr lang="en-US" sz="900" dirty="0"/>
          </a:p>
        </p:txBody>
      </p:sp>
      <p:sp>
        <p:nvSpPr>
          <p:cNvPr id="114" name="SK-21-text-57">
            <a:extLst>
              <a:ext uri="{FF2B5EF4-FFF2-40B4-BE49-F238E27FC236}">
                <a16:creationId xmlns:a16="http://schemas.microsoft.com/office/drawing/2014/main" id="{8241A461-FD22-0CB5-7B6B-C29570700781}"/>
              </a:ext>
            </a:extLst>
          </p:cNvPr>
          <p:cNvSpPr/>
          <p:nvPr/>
        </p:nvSpPr>
        <p:spPr>
          <a:xfrm>
            <a:off x="5475833" y="2056358"/>
            <a:ext cx="47625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900" dirty="0"/>
          </a:p>
        </p:txBody>
      </p:sp>
      <p:sp>
        <p:nvSpPr>
          <p:cNvPr id="116" name="SK-21-text-58">
            <a:extLst>
              <a:ext uri="{FF2B5EF4-FFF2-40B4-BE49-F238E27FC236}">
                <a16:creationId xmlns:a16="http://schemas.microsoft.com/office/drawing/2014/main" id="{12A81B99-2261-6934-A24C-0972F63467E1}"/>
              </a:ext>
            </a:extLst>
          </p:cNvPr>
          <p:cNvSpPr/>
          <p:nvPr/>
        </p:nvSpPr>
        <p:spPr>
          <a:xfrm>
            <a:off x="6641902" y="2056358"/>
            <a:ext cx="390525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</a:t>
            </a:r>
            <a:endParaRPr lang="en-US" sz="900" dirty="0"/>
          </a:p>
        </p:txBody>
      </p:sp>
      <p:sp>
        <p:nvSpPr>
          <p:cNvPr id="118" name="SK-21-text-59">
            <a:extLst>
              <a:ext uri="{FF2B5EF4-FFF2-40B4-BE49-F238E27FC236}">
                <a16:creationId xmlns:a16="http://schemas.microsoft.com/office/drawing/2014/main" id="{EAA24C9A-E1AB-00D0-7C8B-0ABB4CB4C79E}"/>
              </a:ext>
            </a:extLst>
          </p:cNvPr>
          <p:cNvSpPr/>
          <p:nvPr/>
        </p:nvSpPr>
        <p:spPr>
          <a:xfrm>
            <a:off x="7674620" y="2056358"/>
            <a:ext cx="5715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20" name="SK-21-text-60">
            <a:extLst>
              <a:ext uri="{FF2B5EF4-FFF2-40B4-BE49-F238E27FC236}">
                <a16:creationId xmlns:a16="http://schemas.microsoft.com/office/drawing/2014/main" id="{F7EE1F1C-E87F-3A15-4381-EA85B797E5D2}"/>
              </a:ext>
            </a:extLst>
          </p:cNvPr>
          <p:cNvSpPr/>
          <p:nvPr/>
        </p:nvSpPr>
        <p:spPr>
          <a:xfrm>
            <a:off x="5817869" y="3259883"/>
            <a:ext cx="25527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48" dirty="0">
                <a:solidFill>
                  <a:srgbClr val="2D5A27"/>
                </a:solidFill>
              </a:rPr>
              <a:t>  CODES HTTP</a:t>
            </a:r>
            <a:endParaRPr lang="en-US" sz="975" dirty="0"/>
          </a:p>
        </p:txBody>
      </p:sp>
      <p:sp>
        <p:nvSpPr>
          <p:cNvPr id="122" name="SK-21-text-61">
            <a:extLst>
              <a:ext uri="{FF2B5EF4-FFF2-40B4-BE49-F238E27FC236}">
                <a16:creationId xmlns:a16="http://schemas.microsoft.com/office/drawing/2014/main" id="{932B838B-7007-CF83-F6D9-03EEBFBD6137}"/>
              </a:ext>
            </a:extLst>
          </p:cNvPr>
          <p:cNvSpPr/>
          <p:nvPr/>
        </p:nvSpPr>
        <p:spPr>
          <a:xfrm>
            <a:off x="5624988" y="3521820"/>
            <a:ext cx="3429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155724"/>
                </a:solidFill>
              </a:rPr>
              <a:t>200</a:t>
            </a:r>
            <a:endParaRPr lang="en-US" sz="975" dirty="0"/>
          </a:p>
        </p:txBody>
      </p:sp>
      <p:sp>
        <p:nvSpPr>
          <p:cNvPr id="124" name="SK-21-text-62">
            <a:extLst>
              <a:ext uri="{FF2B5EF4-FFF2-40B4-BE49-F238E27FC236}">
                <a16:creationId xmlns:a16="http://schemas.microsoft.com/office/drawing/2014/main" id="{2E50899D-5D14-1A0E-2F7E-5CF4697510CA}"/>
              </a:ext>
            </a:extLst>
          </p:cNvPr>
          <p:cNvSpPr/>
          <p:nvPr/>
        </p:nvSpPr>
        <p:spPr>
          <a:xfrm>
            <a:off x="6177438" y="3550395"/>
            <a:ext cx="27622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Succès — données retournées</a:t>
            </a:r>
            <a:endParaRPr lang="en-US" sz="975" dirty="0"/>
          </a:p>
        </p:txBody>
      </p:sp>
      <p:sp>
        <p:nvSpPr>
          <p:cNvPr id="126" name="SK-21-text-63">
            <a:extLst>
              <a:ext uri="{FF2B5EF4-FFF2-40B4-BE49-F238E27FC236}">
                <a16:creationId xmlns:a16="http://schemas.microsoft.com/office/drawing/2014/main" id="{69B51697-3504-342E-47C4-329EAE267916}"/>
              </a:ext>
            </a:extLst>
          </p:cNvPr>
          <p:cNvSpPr/>
          <p:nvPr/>
        </p:nvSpPr>
        <p:spPr>
          <a:xfrm>
            <a:off x="5624988" y="3840908"/>
            <a:ext cx="3429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004085"/>
                </a:solidFill>
              </a:rPr>
              <a:t>201</a:t>
            </a:r>
            <a:endParaRPr lang="en-US" sz="975" dirty="0"/>
          </a:p>
        </p:txBody>
      </p:sp>
      <p:sp>
        <p:nvSpPr>
          <p:cNvPr id="128" name="SK-21-text-64">
            <a:extLst>
              <a:ext uri="{FF2B5EF4-FFF2-40B4-BE49-F238E27FC236}">
                <a16:creationId xmlns:a16="http://schemas.microsoft.com/office/drawing/2014/main" id="{06D35ED1-4DDD-268D-FF8B-838E4C8E12DF}"/>
              </a:ext>
            </a:extLst>
          </p:cNvPr>
          <p:cNvSpPr/>
          <p:nvPr/>
        </p:nvSpPr>
        <p:spPr>
          <a:xfrm>
            <a:off x="6177438" y="3869483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Ressource créée</a:t>
            </a:r>
            <a:endParaRPr lang="en-US" sz="975" dirty="0"/>
          </a:p>
        </p:txBody>
      </p:sp>
      <p:sp>
        <p:nvSpPr>
          <p:cNvPr id="130" name="SK-21-text-65">
            <a:extLst>
              <a:ext uri="{FF2B5EF4-FFF2-40B4-BE49-F238E27FC236}">
                <a16:creationId xmlns:a16="http://schemas.microsoft.com/office/drawing/2014/main" id="{8B64C00D-761C-00C3-3DF4-072613D046B9}"/>
              </a:ext>
            </a:extLst>
          </p:cNvPr>
          <p:cNvSpPr/>
          <p:nvPr/>
        </p:nvSpPr>
        <p:spPr>
          <a:xfrm>
            <a:off x="5624988" y="4159995"/>
            <a:ext cx="3429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856404"/>
                </a:solidFill>
              </a:rPr>
              <a:t>400</a:t>
            </a:r>
            <a:endParaRPr lang="en-US" sz="975" dirty="0"/>
          </a:p>
        </p:txBody>
      </p:sp>
      <p:sp>
        <p:nvSpPr>
          <p:cNvPr id="132" name="SK-21-text-66">
            <a:extLst>
              <a:ext uri="{FF2B5EF4-FFF2-40B4-BE49-F238E27FC236}">
                <a16:creationId xmlns:a16="http://schemas.microsoft.com/office/drawing/2014/main" id="{BC92251C-955B-D063-DBD6-FC6E807C7E26}"/>
              </a:ext>
            </a:extLst>
          </p:cNvPr>
          <p:cNvSpPr/>
          <p:nvPr/>
        </p:nvSpPr>
        <p:spPr>
          <a:xfrm>
            <a:off x="6177438" y="4188570"/>
            <a:ext cx="245364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 invalide</a:t>
            </a:r>
            <a:endParaRPr lang="en-US" sz="975" dirty="0"/>
          </a:p>
        </p:txBody>
      </p:sp>
      <p:sp>
        <p:nvSpPr>
          <p:cNvPr id="134" name="SK-21-text-67">
            <a:extLst>
              <a:ext uri="{FF2B5EF4-FFF2-40B4-BE49-F238E27FC236}">
                <a16:creationId xmlns:a16="http://schemas.microsoft.com/office/drawing/2014/main" id="{0881F9F5-02ED-B26D-8536-236314D958F1}"/>
              </a:ext>
            </a:extLst>
          </p:cNvPr>
          <p:cNvSpPr/>
          <p:nvPr/>
        </p:nvSpPr>
        <p:spPr>
          <a:xfrm>
            <a:off x="5624988" y="4479083"/>
            <a:ext cx="3429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721C24"/>
                </a:solidFill>
              </a:rPr>
              <a:t>401</a:t>
            </a:r>
            <a:endParaRPr lang="en-US" sz="975" dirty="0"/>
          </a:p>
        </p:txBody>
      </p:sp>
      <p:sp>
        <p:nvSpPr>
          <p:cNvPr id="136" name="SK-21-text-68">
            <a:extLst>
              <a:ext uri="{FF2B5EF4-FFF2-40B4-BE49-F238E27FC236}">
                <a16:creationId xmlns:a16="http://schemas.microsoft.com/office/drawing/2014/main" id="{973D9AE6-09A2-02EC-C61B-7CB3DA222873}"/>
              </a:ext>
            </a:extLst>
          </p:cNvPr>
          <p:cNvSpPr/>
          <p:nvPr/>
        </p:nvSpPr>
        <p:spPr>
          <a:xfrm>
            <a:off x="6177438" y="4507658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authentifié</a:t>
            </a:r>
            <a:endParaRPr lang="en-US" sz="975" dirty="0"/>
          </a:p>
        </p:txBody>
      </p:sp>
      <p:sp>
        <p:nvSpPr>
          <p:cNvPr id="138" name="SK-21-text-69">
            <a:extLst>
              <a:ext uri="{FF2B5EF4-FFF2-40B4-BE49-F238E27FC236}">
                <a16:creationId xmlns:a16="http://schemas.microsoft.com/office/drawing/2014/main" id="{211C4295-6BE3-6CF5-73EA-411F576DA9C1}"/>
              </a:ext>
            </a:extLst>
          </p:cNvPr>
          <p:cNvSpPr/>
          <p:nvPr/>
        </p:nvSpPr>
        <p:spPr>
          <a:xfrm>
            <a:off x="5624988" y="4798170"/>
            <a:ext cx="3429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491217"/>
                </a:solidFill>
              </a:rPr>
              <a:t>500</a:t>
            </a:r>
            <a:endParaRPr lang="en-US" sz="975" dirty="0"/>
          </a:p>
        </p:txBody>
      </p:sp>
      <p:sp>
        <p:nvSpPr>
          <p:cNvPr id="140" name="SK-21-text-70">
            <a:extLst>
              <a:ext uri="{FF2B5EF4-FFF2-40B4-BE49-F238E27FC236}">
                <a16:creationId xmlns:a16="http://schemas.microsoft.com/office/drawing/2014/main" id="{F266FC75-179F-EC58-3D3D-1EE6B526E6CE}"/>
              </a:ext>
            </a:extLst>
          </p:cNvPr>
          <p:cNvSpPr/>
          <p:nvPr/>
        </p:nvSpPr>
        <p:spPr>
          <a:xfrm>
            <a:off x="6177438" y="4826745"/>
            <a:ext cx="215646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Erreur serveur</a:t>
            </a:r>
            <a:endParaRPr lang="en-US" sz="975" dirty="0"/>
          </a:p>
        </p:txBody>
      </p:sp>
      <p:sp>
        <p:nvSpPr>
          <p:cNvPr id="152" name="SK-21-text-76">
            <a:extLst>
              <a:ext uri="{FF2B5EF4-FFF2-40B4-BE49-F238E27FC236}">
                <a16:creationId xmlns:a16="http://schemas.microsoft.com/office/drawing/2014/main" id="{AF472AC4-58ED-2280-FDFD-9E8388681C7C}"/>
              </a:ext>
            </a:extLst>
          </p:cNvPr>
          <p:cNvSpPr/>
          <p:nvPr/>
        </p:nvSpPr>
        <p:spPr>
          <a:xfrm>
            <a:off x="1745456" y="2835472"/>
            <a:ext cx="26955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</a:rPr>
              <a:t>Requête</a:t>
            </a:r>
            <a:endParaRPr lang="en-US" sz="1050" dirty="0"/>
          </a:p>
        </p:txBody>
      </p:sp>
      <p:sp>
        <p:nvSpPr>
          <p:cNvPr id="154" name="SK-21-text-77">
            <a:extLst>
              <a:ext uri="{FF2B5EF4-FFF2-40B4-BE49-F238E27FC236}">
                <a16:creationId xmlns:a16="http://schemas.microsoft.com/office/drawing/2014/main" id="{E7667EFF-2A41-DB63-7CD3-9B3BEA4C882B}"/>
              </a:ext>
            </a:extLst>
          </p:cNvPr>
          <p:cNvSpPr/>
          <p:nvPr/>
        </p:nvSpPr>
        <p:spPr>
          <a:xfrm>
            <a:off x="1745456" y="3054547"/>
            <a:ext cx="42061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navigateur envoie la requête HTTP via fetch()</a:t>
            </a:r>
            <a:endParaRPr lang="en-US" sz="900" dirty="0"/>
          </a:p>
        </p:txBody>
      </p:sp>
      <p:sp>
        <p:nvSpPr>
          <p:cNvPr id="156" name="SK-21-text-78">
            <a:extLst>
              <a:ext uri="{FF2B5EF4-FFF2-40B4-BE49-F238E27FC236}">
                <a16:creationId xmlns:a16="http://schemas.microsoft.com/office/drawing/2014/main" id="{2BC5D01A-AE28-67CA-5DE1-ED6DE97C6C15}"/>
              </a:ext>
            </a:extLst>
          </p:cNvPr>
          <p:cNvSpPr/>
          <p:nvPr/>
        </p:nvSpPr>
        <p:spPr>
          <a:xfrm>
            <a:off x="1745456" y="3610867"/>
            <a:ext cx="29813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</a:rPr>
              <a:t>Traitement</a:t>
            </a:r>
            <a:endParaRPr lang="en-US" sz="1050" dirty="0"/>
          </a:p>
        </p:txBody>
      </p:sp>
      <p:sp>
        <p:nvSpPr>
          <p:cNvPr id="158" name="SK-21-text-79">
            <a:extLst>
              <a:ext uri="{FF2B5EF4-FFF2-40B4-BE49-F238E27FC236}">
                <a16:creationId xmlns:a16="http://schemas.microsoft.com/office/drawing/2014/main" id="{5128F16D-32AC-C4BA-BB91-D23788B79D1B}"/>
              </a:ext>
            </a:extLst>
          </p:cNvPr>
          <p:cNvSpPr/>
          <p:nvPr/>
        </p:nvSpPr>
        <p:spPr>
          <a:xfrm>
            <a:off x="1745456" y="3829942"/>
            <a:ext cx="42061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contrôleur orchestre la logique et interroge MySQL</a:t>
            </a:r>
            <a:endParaRPr lang="en-US" sz="900" dirty="0"/>
          </a:p>
        </p:txBody>
      </p:sp>
      <p:sp>
        <p:nvSpPr>
          <p:cNvPr id="160" name="SK-21-text-80">
            <a:extLst>
              <a:ext uri="{FF2B5EF4-FFF2-40B4-BE49-F238E27FC236}">
                <a16:creationId xmlns:a16="http://schemas.microsoft.com/office/drawing/2014/main" id="{CDE22273-0910-E465-818D-ACDA5EF9EF38}"/>
              </a:ext>
            </a:extLst>
          </p:cNvPr>
          <p:cNvSpPr/>
          <p:nvPr/>
        </p:nvSpPr>
        <p:spPr>
          <a:xfrm>
            <a:off x="1745456" y="4386262"/>
            <a:ext cx="3105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</a:rPr>
              <a:t>Réponse JSON</a:t>
            </a:r>
            <a:endParaRPr lang="en-US" sz="1050" dirty="0"/>
          </a:p>
        </p:txBody>
      </p:sp>
      <p:sp>
        <p:nvSpPr>
          <p:cNvPr id="162" name="SK-21-text-81">
            <a:extLst>
              <a:ext uri="{FF2B5EF4-FFF2-40B4-BE49-F238E27FC236}">
                <a16:creationId xmlns:a16="http://schemas.microsoft.com/office/drawing/2014/main" id="{94C5D80C-714D-9A64-247D-02CBB23DD0D0}"/>
              </a:ext>
            </a:extLst>
          </p:cNvPr>
          <p:cNvSpPr/>
          <p:nvPr/>
        </p:nvSpPr>
        <p:spPr>
          <a:xfrm>
            <a:off x="1745456" y="4605337"/>
            <a:ext cx="42061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standardisé retourné avec code HTTP approprié</a:t>
            </a:r>
            <a:endParaRPr lang="en-US" sz="900" dirty="0"/>
          </a:p>
        </p:txBody>
      </p:sp>
      <p:sp>
        <p:nvSpPr>
          <p:cNvPr id="164" name="SK-21-text-82">
            <a:extLst>
              <a:ext uri="{FF2B5EF4-FFF2-40B4-BE49-F238E27FC236}">
                <a16:creationId xmlns:a16="http://schemas.microsoft.com/office/drawing/2014/main" id="{13EEBE2E-4766-9C48-C4F5-BD9D0EA5715F}"/>
              </a:ext>
            </a:extLst>
          </p:cNvPr>
          <p:cNvSpPr/>
          <p:nvPr/>
        </p:nvSpPr>
        <p:spPr>
          <a:xfrm>
            <a:off x="1745456" y="5161656"/>
            <a:ext cx="32385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</a:rPr>
              <a:t>Affichage</a:t>
            </a:r>
            <a:endParaRPr lang="en-US" sz="1050" dirty="0"/>
          </a:p>
        </p:txBody>
      </p:sp>
      <p:sp>
        <p:nvSpPr>
          <p:cNvPr id="166" name="SK-21-text-83">
            <a:extLst>
              <a:ext uri="{FF2B5EF4-FFF2-40B4-BE49-F238E27FC236}">
                <a16:creationId xmlns:a16="http://schemas.microsoft.com/office/drawing/2014/main" id="{5D55BE9A-9486-9AFC-FAEB-7B2494416FBD}"/>
              </a:ext>
            </a:extLst>
          </p:cNvPr>
          <p:cNvSpPr/>
          <p:nvPr/>
        </p:nvSpPr>
        <p:spPr>
          <a:xfrm>
            <a:off x="1745456" y="5380731"/>
            <a:ext cx="42061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DOM est mis à jour dynamiquement sans rechargement</a:t>
            </a:r>
            <a:endParaRPr lang="en-US" sz="9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F2C5BF7-3217-FA41-46AD-D0BB6641733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070240" y="626849"/>
            <a:ext cx="2824550" cy="548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89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ACD74F0-AAE7-D5EB-CE1D-03D0C6F22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F1E1B2-6233-DB9A-9773-6AB73622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ED1D86-C37F-3B12-F944-F5655576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22</a:t>
            </a:fld>
            <a:endParaRPr lang="fr-FR"/>
          </a:p>
        </p:txBody>
      </p:sp>
      <p:pic>
        <p:nvPicPr>
          <p:cNvPr id="6" name="SK-22-img-3" descr="preencoded.png">
            <a:extLst>
              <a:ext uri="{FF2B5EF4-FFF2-40B4-BE49-F238E27FC236}">
                <a16:creationId xmlns:a16="http://schemas.microsoft.com/office/drawing/2014/main" id="{ED9DE92B-BE51-B7D5-9E2D-FB1F2023C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10668000" cy="641896"/>
          </a:xfrm>
          <a:prstGeom prst="rect">
            <a:avLst/>
          </a:prstGeom>
        </p:spPr>
      </p:pic>
      <p:pic>
        <p:nvPicPr>
          <p:cNvPr id="8" name="SK-22-img-4" descr="preencoded.png">
            <a:extLst>
              <a:ext uri="{FF2B5EF4-FFF2-40B4-BE49-F238E27FC236}">
                <a16:creationId xmlns:a16="http://schemas.microsoft.com/office/drawing/2014/main" id="{DB3A2A8B-EF00-087A-83BD-6336D5E48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93" y="1253356"/>
            <a:ext cx="2438400" cy="419100"/>
          </a:xfrm>
          <a:prstGeom prst="rect">
            <a:avLst/>
          </a:prstGeom>
        </p:spPr>
      </p:pic>
      <p:pic>
        <p:nvPicPr>
          <p:cNvPr id="10" name="SK-22-img-5" descr="preencoded.png">
            <a:extLst>
              <a:ext uri="{FF2B5EF4-FFF2-40B4-BE49-F238E27FC236}">
                <a16:creationId xmlns:a16="http://schemas.microsoft.com/office/drawing/2014/main" id="{C21B6B47-915D-8C9B-1692-5C2924558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93" y="1901056"/>
            <a:ext cx="2438400" cy="3164928"/>
          </a:xfrm>
          <a:prstGeom prst="rect">
            <a:avLst/>
          </a:prstGeom>
        </p:spPr>
      </p:pic>
      <p:pic>
        <p:nvPicPr>
          <p:cNvPr id="18" name="SK-22-img-9" descr="preencoded.png">
            <a:extLst>
              <a:ext uri="{FF2B5EF4-FFF2-40B4-BE49-F238E27FC236}">
                <a16:creationId xmlns:a16="http://schemas.microsoft.com/office/drawing/2014/main" id="{4C66FCD8-85CA-8272-AFAE-E62598E3B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377" y="1251496"/>
            <a:ext cx="2438400" cy="419100"/>
          </a:xfrm>
          <a:prstGeom prst="rect">
            <a:avLst/>
          </a:prstGeom>
        </p:spPr>
      </p:pic>
      <p:pic>
        <p:nvPicPr>
          <p:cNvPr id="28" name="SK-22-img-14" descr="preencoded.png">
            <a:extLst>
              <a:ext uri="{FF2B5EF4-FFF2-40B4-BE49-F238E27FC236}">
                <a16:creationId xmlns:a16="http://schemas.microsoft.com/office/drawing/2014/main" id="{4112BCEE-177C-4D1A-4952-8D94BB794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51496"/>
            <a:ext cx="2438400" cy="419100"/>
          </a:xfrm>
          <a:prstGeom prst="rect">
            <a:avLst/>
          </a:prstGeom>
        </p:spPr>
      </p:pic>
      <p:pic>
        <p:nvPicPr>
          <p:cNvPr id="38" name="SK-22-img-19" descr="preencoded.png">
            <a:extLst>
              <a:ext uri="{FF2B5EF4-FFF2-40B4-BE49-F238E27FC236}">
                <a16:creationId xmlns:a16="http://schemas.microsoft.com/office/drawing/2014/main" id="{DC6D3E95-1B77-0638-D145-7FA704B48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1251496"/>
            <a:ext cx="2438400" cy="419100"/>
          </a:xfrm>
          <a:prstGeom prst="rect">
            <a:avLst/>
          </a:prstGeom>
        </p:spPr>
      </p:pic>
      <p:sp>
        <p:nvSpPr>
          <p:cNvPr id="52" name="SK-22-text-27">
            <a:extLst>
              <a:ext uri="{FF2B5EF4-FFF2-40B4-BE49-F238E27FC236}">
                <a16:creationId xmlns:a16="http://schemas.microsoft.com/office/drawing/2014/main" id="{348BDF7D-136C-7630-783B-E80AF4FEFD2C}"/>
              </a:ext>
            </a:extLst>
          </p:cNvPr>
          <p:cNvSpPr/>
          <p:nvPr/>
        </p:nvSpPr>
        <p:spPr>
          <a:xfrm>
            <a:off x="952500" y="381000"/>
            <a:ext cx="10553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54" name="SK-22-text-28">
            <a:extLst>
              <a:ext uri="{FF2B5EF4-FFF2-40B4-BE49-F238E27FC236}">
                <a16:creationId xmlns:a16="http://schemas.microsoft.com/office/drawing/2014/main" id="{73DAC422-378F-3F90-0055-42606E5FCEB6}"/>
              </a:ext>
            </a:extLst>
          </p:cNvPr>
          <p:cNvSpPr/>
          <p:nvPr/>
        </p:nvSpPr>
        <p:spPr>
          <a:xfrm>
            <a:off x="952500" y="657225"/>
            <a:ext cx="11239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Workflow métier : du client au paiement — CP7</a:t>
            </a:r>
            <a:endParaRPr lang="en-US" sz="2400" dirty="0"/>
          </a:p>
        </p:txBody>
      </p:sp>
      <p:sp>
        <p:nvSpPr>
          <p:cNvPr id="56" name="SK-22-text-29">
            <a:extLst>
              <a:ext uri="{FF2B5EF4-FFF2-40B4-BE49-F238E27FC236}">
                <a16:creationId xmlns:a16="http://schemas.microsoft.com/office/drawing/2014/main" id="{3ED77C51-0B97-E1F4-AE91-ABC2CAD3319A}"/>
              </a:ext>
            </a:extLst>
          </p:cNvPr>
          <p:cNvSpPr/>
          <p:nvPr/>
        </p:nvSpPr>
        <p:spPr>
          <a:xfrm>
            <a:off x="343393" y="1253356"/>
            <a:ext cx="1028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5A27">
                    <a:alpha val="50000"/>
                  </a:srgbClr>
                </a:solidFill>
              </a:rPr>
              <a:t>01</a:t>
            </a:r>
            <a:endParaRPr lang="en-US" sz="1800" dirty="0"/>
          </a:p>
        </p:txBody>
      </p:sp>
      <p:sp>
        <p:nvSpPr>
          <p:cNvPr id="58" name="SK-22-text-30">
            <a:extLst>
              <a:ext uri="{FF2B5EF4-FFF2-40B4-BE49-F238E27FC236}">
                <a16:creationId xmlns:a16="http://schemas.microsoft.com/office/drawing/2014/main" id="{F11018A2-7F79-73D2-6D29-F45929E44226}"/>
              </a:ext>
            </a:extLst>
          </p:cNvPr>
          <p:cNvSpPr/>
          <p:nvPr/>
        </p:nvSpPr>
        <p:spPr>
          <a:xfrm>
            <a:off x="705343" y="1281931"/>
            <a:ext cx="1466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419"/>
                </a:solidFill>
              </a:rPr>
              <a:t>Client</a:t>
            </a:r>
            <a:endParaRPr lang="en-US" sz="1500" dirty="0"/>
          </a:p>
        </p:txBody>
      </p:sp>
      <p:sp>
        <p:nvSpPr>
          <p:cNvPr id="62" name="SK-22-text-32">
            <a:extLst>
              <a:ext uri="{FF2B5EF4-FFF2-40B4-BE49-F238E27FC236}">
                <a16:creationId xmlns:a16="http://schemas.microsoft.com/office/drawing/2014/main" id="{317440AA-4A1F-DE50-26C2-0DD3F1A4E9FF}"/>
              </a:ext>
            </a:extLst>
          </p:cNvPr>
          <p:cNvSpPr/>
          <p:nvPr/>
        </p:nvSpPr>
        <p:spPr>
          <a:xfrm>
            <a:off x="343393" y="5437459"/>
            <a:ext cx="2438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d'entrée du cycle. Identification du besoin et création de la fiche client centralisée.</a:t>
            </a:r>
            <a:endParaRPr lang="en-US" sz="1200" dirty="0"/>
          </a:p>
        </p:txBody>
      </p:sp>
      <p:sp>
        <p:nvSpPr>
          <p:cNvPr id="68" name="SK-22-text-35">
            <a:extLst>
              <a:ext uri="{FF2B5EF4-FFF2-40B4-BE49-F238E27FC236}">
                <a16:creationId xmlns:a16="http://schemas.microsoft.com/office/drawing/2014/main" id="{99F060B1-5FAB-7988-9693-B701C1039976}"/>
              </a:ext>
            </a:extLst>
          </p:cNvPr>
          <p:cNvSpPr/>
          <p:nvPr/>
        </p:nvSpPr>
        <p:spPr>
          <a:xfrm>
            <a:off x="2940377" y="1251496"/>
            <a:ext cx="1028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5A27">
                    <a:alpha val="50000"/>
                  </a:srgbClr>
                </a:solidFill>
              </a:rPr>
              <a:t>02</a:t>
            </a:r>
            <a:endParaRPr lang="en-US" sz="1800" dirty="0"/>
          </a:p>
        </p:txBody>
      </p:sp>
      <p:sp>
        <p:nvSpPr>
          <p:cNvPr id="70" name="SK-22-text-36">
            <a:extLst>
              <a:ext uri="{FF2B5EF4-FFF2-40B4-BE49-F238E27FC236}">
                <a16:creationId xmlns:a16="http://schemas.microsoft.com/office/drawing/2014/main" id="{3FAFE3F8-53E2-C2BC-5471-2A4CABDB4F60}"/>
              </a:ext>
            </a:extLst>
          </p:cNvPr>
          <p:cNvSpPr/>
          <p:nvPr/>
        </p:nvSpPr>
        <p:spPr>
          <a:xfrm>
            <a:off x="3340427" y="1280071"/>
            <a:ext cx="1238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419"/>
                </a:solidFill>
              </a:rPr>
              <a:t>Devis</a:t>
            </a:r>
            <a:endParaRPr lang="en-US" sz="1500" dirty="0"/>
          </a:p>
        </p:txBody>
      </p:sp>
      <p:sp>
        <p:nvSpPr>
          <p:cNvPr id="74" name="SK-22-text-38">
            <a:extLst>
              <a:ext uri="{FF2B5EF4-FFF2-40B4-BE49-F238E27FC236}">
                <a16:creationId xmlns:a16="http://schemas.microsoft.com/office/drawing/2014/main" id="{10E195C8-B294-0D3B-F395-0ED35CB246A4}"/>
              </a:ext>
            </a:extLst>
          </p:cNvPr>
          <p:cNvSpPr/>
          <p:nvPr/>
        </p:nvSpPr>
        <p:spPr>
          <a:xfrm>
            <a:off x="2940377" y="5435599"/>
            <a:ext cx="2438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Estimation précise des travaux de paysagisme. Calcul automatique des totaux.</a:t>
            </a:r>
            <a:endParaRPr lang="en-US" sz="1200" dirty="0"/>
          </a:p>
        </p:txBody>
      </p:sp>
      <p:sp>
        <p:nvSpPr>
          <p:cNvPr id="80" name="SK-22-text-41">
            <a:extLst>
              <a:ext uri="{FF2B5EF4-FFF2-40B4-BE49-F238E27FC236}">
                <a16:creationId xmlns:a16="http://schemas.microsoft.com/office/drawing/2014/main" id="{3CE039DC-4770-64B5-D83D-3FE41E1668AE}"/>
              </a:ext>
            </a:extLst>
          </p:cNvPr>
          <p:cNvSpPr/>
          <p:nvPr/>
        </p:nvSpPr>
        <p:spPr>
          <a:xfrm>
            <a:off x="6248400" y="1251496"/>
            <a:ext cx="1028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5A27">
                    <a:alpha val="50000"/>
                  </a:srgbClr>
                </a:solidFill>
              </a:rPr>
              <a:t>03</a:t>
            </a:r>
            <a:endParaRPr lang="en-US" sz="1800" dirty="0"/>
          </a:p>
        </p:txBody>
      </p:sp>
      <p:sp>
        <p:nvSpPr>
          <p:cNvPr id="82" name="SK-22-text-42">
            <a:extLst>
              <a:ext uri="{FF2B5EF4-FFF2-40B4-BE49-F238E27FC236}">
                <a16:creationId xmlns:a16="http://schemas.microsoft.com/office/drawing/2014/main" id="{27357C2E-DC79-8B6E-1977-E468E1AF5FFF}"/>
              </a:ext>
            </a:extLst>
          </p:cNvPr>
          <p:cNvSpPr/>
          <p:nvPr/>
        </p:nvSpPr>
        <p:spPr>
          <a:xfrm>
            <a:off x="6648450" y="1280071"/>
            <a:ext cx="1695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419"/>
                </a:solidFill>
              </a:rPr>
              <a:t>Facture</a:t>
            </a:r>
            <a:endParaRPr lang="en-US" sz="1500" dirty="0"/>
          </a:p>
        </p:txBody>
      </p:sp>
      <p:sp>
        <p:nvSpPr>
          <p:cNvPr id="86" name="SK-22-text-44">
            <a:extLst>
              <a:ext uri="{FF2B5EF4-FFF2-40B4-BE49-F238E27FC236}">
                <a16:creationId xmlns:a16="http://schemas.microsoft.com/office/drawing/2014/main" id="{145E1FDB-0771-BCDA-0E31-CC23A2E3101B}"/>
              </a:ext>
            </a:extLst>
          </p:cNvPr>
          <p:cNvSpPr/>
          <p:nvPr/>
        </p:nvSpPr>
        <p:spPr>
          <a:xfrm>
            <a:off x="6248400" y="5435599"/>
            <a:ext cx="2438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du devis validé. Engagement financier et génération du document légal.</a:t>
            </a:r>
            <a:endParaRPr lang="en-US" sz="1200" dirty="0"/>
          </a:p>
        </p:txBody>
      </p:sp>
      <p:sp>
        <p:nvSpPr>
          <p:cNvPr id="92" name="SK-22-text-47">
            <a:extLst>
              <a:ext uri="{FF2B5EF4-FFF2-40B4-BE49-F238E27FC236}">
                <a16:creationId xmlns:a16="http://schemas.microsoft.com/office/drawing/2014/main" id="{DE98F330-4F9E-3E0D-29DF-1E4197B90EE4}"/>
              </a:ext>
            </a:extLst>
          </p:cNvPr>
          <p:cNvSpPr/>
          <p:nvPr/>
        </p:nvSpPr>
        <p:spPr>
          <a:xfrm>
            <a:off x="8991600" y="1251496"/>
            <a:ext cx="1028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5A27">
                    <a:alpha val="50000"/>
                  </a:srgbClr>
                </a:solidFill>
              </a:rPr>
              <a:t>04</a:t>
            </a:r>
            <a:endParaRPr lang="en-US" sz="1800" dirty="0"/>
          </a:p>
        </p:txBody>
      </p:sp>
      <p:sp>
        <p:nvSpPr>
          <p:cNvPr id="94" name="SK-22-text-48">
            <a:extLst>
              <a:ext uri="{FF2B5EF4-FFF2-40B4-BE49-F238E27FC236}">
                <a16:creationId xmlns:a16="http://schemas.microsoft.com/office/drawing/2014/main" id="{1550B5C4-2A49-41F8-1E04-E0D52B00A625}"/>
              </a:ext>
            </a:extLst>
          </p:cNvPr>
          <p:cNvSpPr/>
          <p:nvPr/>
        </p:nvSpPr>
        <p:spPr>
          <a:xfrm>
            <a:off x="9420225" y="1280071"/>
            <a:ext cx="1924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419"/>
                </a:solidFill>
              </a:rPr>
              <a:t>Paiement</a:t>
            </a:r>
            <a:endParaRPr lang="en-US" sz="1500" dirty="0"/>
          </a:p>
        </p:txBody>
      </p:sp>
      <p:sp>
        <p:nvSpPr>
          <p:cNvPr id="98" name="SK-22-text-50">
            <a:extLst>
              <a:ext uri="{FF2B5EF4-FFF2-40B4-BE49-F238E27FC236}">
                <a16:creationId xmlns:a16="http://schemas.microsoft.com/office/drawing/2014/main" id="{EDCD2E44-D42A-1102-F03F-99962AD1ACB9}"/>
              </a:ext>
            </a:extLst>
          </p:cNvPr>
          <p:cNvSpPr/>
          <p:nvPr/>
        </p:nvSpPr>
        <p:spPr>
          <a:xfrm>
            <a:off x="8991600" y="5435599"/>
            <a:ext cx="2438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Saisie des règlements, mise à jour des soldes et suivi des relances si nécessaire.</a:t>
            </a:r>
            <a:endParaRPr lang="en-US" sz="12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07787C-04DA-C10D-CAB2-6E6D258FAB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95" y="2032862"/>
            <a:ext cx="2169795" cy="290131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14B5EDE-4A73-C783-28A2-CB8EC0EEE8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792" y="2704806"/>
            <a:ext cx="6109500" cy="269849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E0142AE-934E-8577-7001-E406BF1ABB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790" y="2652985"/>
            <a:ext cx="2442210" cy="1800225"/>
          </a:xfrm>
          <a:prstGeom prst="rect">
            <a:avLst/>
          </a:prstGeom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8AA75F8-32C7-3FD9-7F8F-392AF436354E}"/>
              </a:ext>
            </a:extLst>
          </p:cNvPr>
          <p:cNvSpPr/>
          <p:nvPr/>
        </p:nvSpPr>
        <p:spPr>
          <a:xfrm>
            <a:off x="5378777" y="1790700"/>
            <a:ext cx="3609013" cy="16383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54791CC-7C65-F177-80A9-77A37C18CA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5182" y="1912342"/>
            <a:ext cx="3296110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0" grpId="0" animBg="1"/>
      <p:bldP spid="74" grpId="0" animBg="1"/>
      <p:bldP spid="80" grpId="0" animBg="1"/>
      <p:bldP spid="82" grpId="0" animBg="1"/>
      <p:bldP spid="86" grpId="0" animBg="1"/>
      <p:bldP spid="92" grpId="0" animBg="1"/>
      <p:bldP spid="94" grpId="0" animBg="1"/>
      <p:bldP spid="9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CC992A6-396E-D9C0-5112-F0423ECCB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3D4A91-8B39-65D5-C028-8787D215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7645FA-29E1-08B1-4BA1-5156BB35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23</a:t>
            </a:fld>
            <a:endParaRPr lang="fr-FR"/>
          </a:p>
        </p:txBody>
      </p:sp>
      <p:pic>
        <p:nvPicPr>
          <p:cNvPr id="6" name="SK-23-img-3" descr="preencoded.png">
            <a:extLst>
              <a:ext uri="{FF2B5EF4-FFF2-40B4-BE49-F238E27FC236}">
                <a16:creationId xmlns:a16="http://schemas.microsoft.com/office/drawing/2014/main" id="{0A745743-53E4-912B-0BE4-69DD8F556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24" name="SK-23-img-12" descr="preencoded.png">
            <a:extLst>
              <a:ext uri="{FF2B5EF4-FFF2-40B4-BE49-F238E27FC236}">
                <a16:creationId xmlns:a16="http://schemas.microsoft.com/office/drawing/2014/main" id="{9865EAA7-5DF9-62E0-B4EE-D6C10F24B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401" y="1202453"/>
            <a:ext cx="2625340" cy="1247775"/>
          </a:xfrm>
          <a:prstGeom prst="rect">
            <a:avLst/>
          </a:prstGeom>
        </p:spPr>
      </p:pic>
      <p:pic>
        <p:nvPicPr>
          <p:cNvPr id="26" name="SK-23-img-13" descr="preencoded.png">
            <a:extLst>
              <a:ext uri="{FF2B5EF4-FFF2-40B4-BE49-F238E27FC236}">
                <a16:creationId xmlns:a16="http://schemas.microsoft.com/office/drawing/2014/main" id="{708D0690-DF47-2AB5-B08E-8168A5C94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801" y="1326278"/>
            <a:ext cx="342900" cy="342900"/>
          </a:xfrm>
          <a:prstGeom prst="rect">
            <a:avLst/>
          </a:prstGeom>
        </p:spPr>
      </p:pic>
      <p:pic>
        <p:nvPicPr>
          <p:cNvPr id="28" name="SK-23-img-14" descr="preencoded.png">
            <a:extLst>
              <a:ext uri="{FF2B5EF4-FFF2-40B4-BE49-F238E27FC236}">
                <a16:creationId xmlns:a16="http://schemas.microsoft.com/office/drawing/2014/main" id="{B5A1B789-C306-21A3-3B51-DA6EF5C40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095" y="1410068"/>
            <a:ext cx="214313" cy="175320"/>
          </a:xfrm>
          <a:prstGeom prst="rect">
            <a:avLst/>
          </a:prstGeom>
        </p:spPr>
      </p:pic>
      <p:pic>
        <p:nvPicPr>
          <p:cNvPr id="30" name="SK-23-img-15" descr="preencoded.png">
            <a:extLst>
              <a:ext uri="{FF2B5EF4-FFF2-40B4-BE49-F238E27FC236}">
                <a16:creationId xmlns:a16="http://schemas.microsoft.com/office/drawing/2014/main" id="{C01500B5-16CC-1357-0F6C-7D31E7C1A9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2264" y="3741917"/>
            <a:ext cx="2625477" cy="1247775"/>
          </a:xfrm>
          <a:prstGeom prst="rect">
            <a:avLst/>
          </a:prstGeom>
        </p:spPr>
      </p:pic>
      <p:pic>
        <p:nvPicPr>
          <p:cNvPr id="32" name="SK-23-img-16" descr="preencoded.png">
            <a:extLst>
              <a:ext uri="{FF2B5EF4-FFF2-40B4-BE49-F238E27FC236}">
                <a16:creationId xmlns:a16="http://schemas.microsoft.com/office/drawing/2014/main" id="{62CE053B-0CFF-A7E8-5DA8-1412AA32B0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4664" y="3865742"/>
            <a:ext cx="342900" cy="342900"/>
          </a:xfrm>
          <a:prstGeom prst="rect">
            <a:avLst/>
          </a:prstGeom>
        </p:spPr>
      </p:pic>
      <p:pic>
        <p:nvPicPr>
          <p:cNvPr id="34" name="SK-23-img-17" descr="preencoded.png">
            <a:extLst>
              <a:ext uri="{FF2B5EF4-FFF2-40B4-BE49-F238E27FC236}">
                <a16:creationId xmlns:a16="http://schemas.microsoft.com/office/drawing/2014/main" id="{C83704E8-F51D-DF12-D38A-F139DFAD03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8958" y="3949532"/>
            <a:ext cx="214313" cy="175320"/>
          </a:xfrm>
          <a:prstGeom prst="rect">
            <a:avLst/>
          </a:prstGeom>
        </p:spPr>
      </p:pic>
      <p:pic>
        <p:nvPicPr>
          <p:cNvPr id="36" name="SK-23-img-18" descr="preencoded.png">
            <a:extLst>
              <a:ext uri="{FF2B5EF4-FFF2-40B4-BE49-F238E27FC236}">
                <a16:creationId xmlns:a16="http://schemas.microsoft.com/office/drawing/2014/main" id="{4567BBD9-2B21-AE3A-48B1-5DE4F26CD9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2401" y="2574053"/>
            <a:ext cx="2625340" cy="1047750"/>
          </a:xfrm>
          <a:prstGeom prst="rect">
            <a:avLst/>
          </a:prstGeom>
        </p:spPr>
      </p:pic>
      <p:pic>
        <p:nvPicPr>
          <p:cNvPr id="38" name="SK-23-img-19" descr="preencoded.png">
            <a:extLst>
              <a:ext uri="{FF2B5EF4-FFF2-40B4-BE49-F238E27FC236}">
                <a16:creationId xmlns:a16="http://schemas.microsoft.com/office/drawing/2014/main" id="{F392F9F4-A349-A345-B701-DF5B1E3DE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801" y="2697878"/>
            <a:ext cx="342900" cy="342900"/>
          </a:xfrm>
          <a:prstGeom prst="rect">
            <a:avLst/>
          </a:prstGeom>
        </p:spPr>
      </p:pic>
      <p:pic>
        <p:nvPicPr>
          <p:cNvPr id="40" name="SK-23-img-20" descr="preencoded.png">
            <a:extLst>
              <a:ext uri="{FF2B5EF4-FFF2-40B4-BE49-F238E27FC236}">
                <a16:creationId xmlns:a16="http://schemas.microsoft.com/office/drawing/2014/main" id="{8CF13C7B-C0B8-0583-EC22-0B464BE75C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9095" y="2781668"/>
            <a:ext cx="214313" cy="175320"/>
          </a:xfrm>
          <a:prstGeom prst="rect">
            <a:avLst/>
          </a:prstGeom>
        </p:spPr>
      </p:pic>
      <p:pic>
        <p:nvPicPr>
          <p:cNvPr id="42" name="SK-23-img-21" descr="preencoded.png">
            <a:extLst>
              <a:ext uri="{FF2B5EF4-FFF2-40B4-BE49-F238E27FC236}">
                <a16:creationId xmlns:a16="http://schemas.microsoft.com/office/drawing/2014/main" id="{9CD4EEDE-58E8-16CE-D75B-E2F14298C0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2264" y="5113517"/>
            <a:ext cx="2625477" cy="1047750"/>
          </a:xfrm>
          <a:prstGeom prst="rect">
            <a:avLst/>
          </a:prstGeom>
        </p:spPr>
      </p:pic>
      <p:pic>
        <p:nvPicPr>
          <p:cNvPr id="44" name="SK-23-img-22" descr="preencoded.png">
            <a:extLst>
              <a:ext uri="{FF2B5EF4-FFF2-40B4-BE49-F238E27FC236}">
                <a16:creationId xmlns:a16="http://schemas.microsoft.com/office/drawing/2014/main" id="{17B1D021-00C7-C86E-3AE5-31A517B56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4664" y="5237342"/>
            <a:ext cx="342900" cy="342900"/>
          </a:xfrm>
          <a:prstGeom prst="rect">
            <a:avLst/>
          </a:prstGeom>
        </p:spPr>
      </p:pic>
      <p:pic>
        <p:nvPicPr>
          <p:cNvPr id="46" name="SK-23-img-23" descr="preencoded.png">
            <a:extLst>
              <a:ext uri="{FF2B5EF4-FFF2-40B4-BE49-F238E27FC236}">
                <a16:creationId xmlns:a16="http://schemas.microsoft.com/office/drawing/2014/main" id="{9660536D-03D7-0875-7CE7-A94393E02D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8958" y="5321132"/>
            <a:ext cx="214313" cy="175320"/>
          </a:xfrm>
          <a:prstGeom prst="rect">
            <a:avLst/>
          </a:prstGeom>
        </p:spPr>
      </p:pic>
      <p:pic>
        <p:nvPicPr>
          <p:cNvPr id="48" name="SK-23-img-24" descr="preencoded.png">
            <a:extLst>
              <a:ext uri="{FF2B5EF4-FFF2-40B4-BE49-F238E27FC236}">
                <a16:creationId xmlns:a16="http://schemas.microsoft.com/office/drawing/2014/main" id="{F0FF81F0-2B25-AE2B-B234-91ABA32759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72554" y="3911599"/>
            <a:ext cx="5860405" cy="1323975"/>
          </a:xfrm>
          <a:prstGeom prst="rect">
            <a:avLst/>
          </a:prstGeom>
        </p:spPr>
      </p:pic>
      <p:pic>
        <p:nvPicPr>
          <p:cNvPr id="50" name="SK-23-img-25" descr="preencoded.png">
            <a:extLst>
              <a:ext uri="{FF2B5EF4-FFF2-40B4-BE49-F238E27FC236}">
                <a16:creationId xmlns:a16="http://schemas.microsoft.com/office/drawing/2014/main" id="{F9EE432D-FE27-6A4A-7D54-D22CBADBF7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8873" y="4416424"/>
            <a:ext cx="381000" cy="381000"/>
          </a:xfrm>
          <a:prstGeom prst="rect">
            <a:avLst/>
          </a:prstGeom>
        </p:spPr>
      </p:pic>
      <p:pic>
        <p:nvPicPr>
          <p:cNvPr id="52" name="SK-23-img-26" descr="preencoded.png">
            <a:extLst>
              <a:ext uri="{FF2B5EF4-FFF2-40B4-BE49-F238E27FC236}">
                <a16:creationId xmlns:a16="http://schemas.microsoft.com/office/drawing/2014/main" id="{83B8468C-E04E-950E-D482-9513FAAF70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1893" y="4665264"/>
            <a:ext cx="190500" cy="152400"/>
          </a:xfrm>
          <a:prstGeom prst="rect">
            <a:avLst/>
          </a:prstGeom>
        </p:spPr>
      </p:pic>
      <p:pic>
        <p:nvPicPr>
          <p:cNvPr id="54" name="SK-23-img-27" descr="preencoded.png">
            <a:extLst>
              <a:ext uri="{FF2B5EF4-FFF2-40B4-BE49-F238E27FC236}">
                <a16:creationId xmlns:a16="http://schemas.microsoft.com/office/drawing/2014/main" id="{83EC272D-8613-B897-CD3D-73BDCF973FA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84413" y="4416424"/>
            <a:ext cx="381000" cy="381000"/>
          </a:xfrm>
          <a:prstGeom prst="rect">
            <a:avLst/>
          </a:prstGeom>
        </p:spPr>
      </p:pic>
      <p:pic>
        <p:nvPicPr>
          <p:cNvPr id="56" name="SK-23-img-28" descr="preencoded.png">
            <a:extLst>
              <a:ext uri="{FF2B5EF4-FFF2-40B4-BE49-F238E27FC236}">
                <a16:creationId xmlns:a16="http://schemas.microsoft.com/office/drawing/2014/main" id="{4DDF372F-0EBB-2D52-CEE0-C27D49EF088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07432" y="4665264"/>
            <a:ext cx="190500" cy="152400"/>
          </a:xfrm>
          <a:prstGeom prst="rect">
            <a:avLst/>
          </a:prstGeom>
        </p:spPr>
      </p:pic>
      <p:pic>
        <p:nvPicPr>
          <p:cNvPr id="58" name="SK-23-img-29" descr="preencoded.png">
            <a:extLst>
              <a:ext uri="{FF2B5EF4-FFF2-40B4-BE49-F238E27FC236}">
                <a16:creationId xmlns:a16="http://schemas.microsoft.com/office/drawing/2014/main" id="{047C4EC1-34DC-AAA2-510F-3BDA0F964E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39952" y="4416424"/>
            <a:ext cx="381000" cy="381000"/>
          </a:xfrm>
          <a:prstGeom prst="rect">
            <a:avLst/>
          </a:prstGeom>
        </p:spPr>
      </p:pic>
      <p:pic>
        <p:nvPicPr>
          <p:cNvPr id="60" name="SK-23-img-30" descr="preencoded.png">
            <a:extLst>
              <a:ext uri="{FF2B5EF4-FFF2-40B4-BE49-F238E27FC236}">
                <a16:creationId xmlns:a16="http://schemas.microsoft.com/office/drawing/2014/main" id="{48E7551D-CC95-B221-E185-2025FDB2376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62971" y="4665264"/>
            <a:ext cx="190500" cy="152400"/>
          </a:xfrm>
          <a:prstGeom prst="rect">
            <a:avLst/>
          </a:prstGeom>
        </p:spPr>
      </p:pic>
      <p:pic>
        <p:nvPicPr>
          <p:cNvPr id="62" name="SK-23-img-31" descr="preencoded.png">
            <a:extLst>
              <a:ext uri="{FF2B5EF4-FFF2-40B4-BE49-F238E27FC236}">
                <a16:creationId xmlns:a16="http://schemas.microsoft.com/office/drawing/2014/main" id="{7684D2ED-5910-39C3-564C-7CD556AFE2D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95491" y="4416424"/>
            <a:ext cx="381000" cy="381000"/>
          </a:xfrm>
          <a:prstGeom prst="rect">
            <a:avLst/>
          </a:prstGeom>
        </p:spPr>
      </p:pic>
      <p:pic>
        <p:nvPicPr>
          <p:cNvPr id="64" name="SK-23-img-32" descr="preencoded.png">
            <a:extLst>
              <a:ext uri="{FF2B5EF4-FFF2-40B4-BE49-F238E27FC236}">
                <a16:creationId xmlns:a16="http://schemas.microsoft.com/office/drawing/2014/main" id="{1951FF65-34DF-B3C6-59BA-F8296EC9E26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72554" y="5416549"/>
            <a:ext cx="5860405" cy="619125"/>
          </a:xfrm>
          <a:prstGeom prst="rect">
            <a:avLst/>
          </a:prstGeom>
        </p:spPr>
      </p:pic>
      <p:sp>
        <p:nvSpPr>
          <p:cNvPr id="66" name="SK-23-text-34">
            <a:extLst>
              <a:ext uri="{FF2B5EF4-FFF2-40B4-BE49-F238E27FC236}">
                <a16:creationId xmlns:a16="http://schemas.microsoft.com/office/drawing/2014/main" id="{FFA543DA-6134-837B-16C3-D393E15AD3A2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68" name="SK-23-text-35">
            <a:extLst>
              <a:ext uri="{FF2B5EF4-FFF2-40B4-BE49-F238E27FC236}">
                <a16:creationId xmlns:a16="http://schemas.microsoft.com/office/drawing/2014/main" id="{E0EAED94-1E20-5367-270E-7F86E0BB8D3A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Gestion des devis — CP7</a:t>
            </a:r>
            <a:endParaRPr lang="en-US" sz="2400" dirty="0"/>
          </a:p>
        </p:txBody>
      </p:sp>
      <p:sp>
        <p:nvSpPr>
          <p:cNvPr id="78" name="SK-23-text-40">
            <a:extLst>
              <a:ext uri="{FF2B5EF4-FFF2-40B4-BE49-F238E27FC236}">
                <a16:creationId xmlns:a16="http://schemas.microsoft.com/office/drawing/2014/main" id="{A18540C8-7158-6347-74C9-CEAC658C1700}"/>
              </a:ext>
            </a:extLst>
          </p:cNvPr>
          <p:cNvSpPr/>
          <p:nvPr/>
        </p:nvSpPr>
        <p:spPr>
          <a:xfrm>
            <a:off x="3872001" y="1369140"/>
            <a:ext cx="17316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Création</a:t>
            </a:r>
            <a:endParaRPr lang="en-US" sz="1350" dirty="0"/>
          </a:p>
        </p:txBody>
      </p:sp>
      <p:sp>
        <p:nvSpPr>
          <p:cNvPr id="80" name="SK-23-text-41">
            <a:extLst>
              <a:ext uri="{FF2B5EF4-FFF2-40B4-BE49-F238E27FC236}">
                <a16:creationId xmlns:a16="http://schemas.microsoft.com/office/drawing/2014/main" id="{94D3C589-BF69-6A4A-1697-9BB5C993C583}"/>
              </a:ext>
            </a:extLst>
          </p:cNvPr>
          <p:cNvSpPr/>
          <p:nvPr/>
        </p:nvSpPr>
        <p:spPr>
          <a:xfrm>
            <a:off x="3414801" y="1726328"/>
            <a:ext cx="2549128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intuitive pour la saisie rapide des prestations et des quantités.</a:t>
            </a:r>
            <a:endParaRPr lang="en-US" sz="1125" dirty="0"/>
          </a:p>
        </p:txBody>
      </p:sp>
      <p:sp>
        <p:nvSpPr>
          <p:cNvPr id="82" name="SK-23-text-42">
            <a:extLst>
              <a:ext uri="{FF2B5EF4-FFF2-40B4-BE49-F238E27FC236}">
                <a16:creationId xmlns:a16="http://schemas.microsoft.com/office/drawing/2014/main" id="{D3A242D6-6AFC-BDF4-664D-76942988FD6A}"/>
              </a:ext>
            </a:extLst>
          </p:cNvPr>
          <p:cNvSpPr/>
          <p:nvPr/>
        </p:nvSpPr>
        <p:spPr>
          <a:xfrm>
            <a:off x="3871864" y="3908604"/>
            <a:ext cx="15259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Calculs</a:t>
            </a:r>
            <a:endParaRPr lang="en-US" sz="1350" dirty="0"/>
          </a:p>
        </p:txBody>
      </p:sp>
      <p:sp>
        <p:nvSpPr>
          <p:cNvPr id="84" name="SK-23-text-43">
            <a:extLst>
              <a:ext uri="{FF2B5EF4-FFF2-40B4-BE49-F238E27FC236}">
                <a16:creationId xmlns:a16="http://schemas.microsoft.com/office/drawing/2014/main" id="{6669B497-FE5E-B8DC-E89D-A4B4B5A54A11}"/>
              </a:ext>
            </a:extLst>
          </p:cNvPr>
          <p:cNvSpPr/>
          <p:nvPr/>
        </p:nvSpPr>
        <p:spPr>
          <a:xfrm>
            <a:off x="3414664" y="4265792"/>
            <a:ext cx="2549277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des calculs financiers </a:t>
            </a:r>
            <a:r>
              <a:rPr lang="en-US" sz="1125" dirty="0" err="1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réel</a:t>
            </a: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</p:txBody>
      </p:sp>
      <p:sp>
        <p:nvSpPr>
          <p:cNvPr id="86" name="SK-23-text-44">
            <a:extLst>
              <a:ext uri="{FF2B5EF4-FFF2-40B4-BE49-F238E27FC236}">
                <a16:creationId xmlns:a16="http://schemas.microsoft.com/office/drawing/2014/main" id="{5060AA25-DF3C-3519-7367-2C83320675B3}"/>
              </a:ext>
            </a:extLst>
          </p:cNvPr>
          <p:cNvSpPr/>
          <p:nvPr/>
        </p:nvSpPr>
        <p:spPr>
          <a:xfrm>
            <a:off x="3872001" y="2740740"/>
            <a:ext cx="25546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Modification</a:t>
            </a:r>
            <a:endParaRPr lang="en-US" sz="1350" dirty="0"/>
          </a:p>
        </p:txBody>
      </p:sp>
      <p:sp>
        <p:nvSpPr>
          <p:cNvPr id="88" name="SK-23-text-45">
            <a:extLst>
              <a:ext uri="{FF2B5EF4-FFF2-40B4-BE49-F238E27FC236}">
                <a16:creationId xmlns:a16="http://schemas.microsoft.com/office/drawing/2014/main" id="{00D83AE6-5BC1-989E-0B5F-51117F3B37A7}"/>
              </a:ext>
            </a:extLst>
          </p:cNvPr>
          <p:cNvSpPr/>
          <p:nvPr/>
        </p:nvSpPr>
        <p:spPr>
          <a:xfrm>
            <a:off x="3414801" y="3097928"/>
            <a:ext cx="2549128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Ajustement flexible des lignes de devis avant validation finale.</a:t>
            </a:r>
            <a:endParaRPr lang="en-US" sz="1125" dirty="0"/>
          </a:p>
        </p:txBody>
      </p:sp>
      <p:sp>
        <p:nvSpPr>
          <p:cNvPr id="90" name="SK-23-text-46">
            <a:extLst>
              <a:ext uri="{FF2B5EF4-FFF2-40B4-BE49-F238E27FC236}">
                <a16:creationId xmlns:a16="http://schemas.microsoft.com/office/drawing/2014/main" id="{90D05AF7-1F9D-A250-C483-2713B0F070F7}"/>
              </a:ext>
            </a:extLst>
          </p:cNvPr>
          <p:cNvSpPr/>
          <p:nvPr/>
        </p:nvSpPr>
        <p:spPr>
          <a:xfrm>
            <a:off x="3871864" y="5280204"/>
            <a:ext cx="15259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Statuts</a:t>
            </a:r>
            <a:endParaRPr lang="en-US" sz="1350" dirty="0"/>
          </a:p>
        </p:txBody>
      </p:sp>
      <p:sp>
        <p:nvSpPr>
          <p:cNvPr id="92" name="SK-23-text-47">
            <a:extLst>
              <a:ext uri="{FF2B5EF4-FFF2-40B4-BE49-F238E27FC236}">
                <a16:creationId xmlns:a16="http://schemas.microsoft.com/office/drawing/2014/main" id="{7D4EADAD-B662-71F0-FD48-A180E6EDF5EA}"/>
              </a:ext>
            </a:extLst>
          </p:cNvPr>
          <p:cNvSpPr/>
          <p:nvPr/>
        </p:nvSpPr>
        <p:spPr>
          <a:xfrm>
            <a:off x="3414664" y="5637392"/>
            <a:ext cx="2549277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rigoureux du cycle de vie : </a:t>
            </a:r>
            <a:r>
              <a:rPr lang="fr-FR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attente, Accepté, Refusé, Archivé</a:t>
            </a: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</p:txBody>
      </p:sp>
      <p:sp>
        <p:nvSpPr>
          <p:cNvPr id="94" name="SK-23-text-48">
            <a:extLst>
              <a:ext uri="{FF2B5EF4-FFF2-40B4-BE49-F238E27FC236}">
                <a16:creationId xmlns:a16="http://schemas.microsoft.com/office/drawing/2014/main" id="{44E613B8-6E91-66FD-B026-B766A0E8A705}"/>
              </a:ext>
            </a:extLst>
          </p:cNvPr>
          <p:cNvSpPr/>
          <p:nvPr/>
        </p:nvSpPr>
        <p:spPr>
          <a:xfrm>
            <a:off x="6301154" y="4092574"/>
            <a:ext cx="547940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7A8C78"/>
                </a:solidFill>
              </a:rPr>
              <a:t>WORKFLOW DE GESTION MÉTIER</a:t>
            </a:r>
            <a:endParaRPr lang="en-US" sz="1050" dirty="0"/>
          </a:p>
        </p:txBody>
      </p:sp>
      <p:sp>
        <p:nvSpPr>
          <p:cNvPr id="96" name="SK-23-text-49">
            <a:extLst>
              <a:ext uri="{FF2B5EF4-FFF2-40B4-BE49-F238E27FC236}">
                <a16:creationId xmlns:a16="http://schemas.microsoft.com/office/drawing/2014/main" id="{23EE6BFA-DD12-D93C-220E-41928A90BCAD}"/>
              </a:ext>
            </a:extLst>
          </p:cNvPr>
          <p:cNvSpPr/>
          <p:nvPr/>
        </p:nvSpPr>
        <p:spPr>
          <a:xfrm>
            <a:off x="6590773" y="4416424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8" name="SK-23-text-50">
            <a:extLst>
              <a:ext uri="{FF2B5EF4-FFF2-40B4-BE49-F238E27FC236}">
                <a16:creationId xmlns:a16="http://schemas.microsoft.com/office/drawing/2014/main" id="{EF5DF450-B8FA-2CAB-36E8-3697AE8E8366}"/>
              </a:ext>
            </a:extLst>
          </p:cNvPr>
          <p:cNvSpPr/>
          <p:nvPr/>
        </p:nvSpPr>
        <p:spPr>
          <a:xfrm>
            <a:off x="6590773" y="4854574"/>
            <a:ext cx="457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1050" dirty="0"/>
          </a:p>
        </p:txBody>
      </p:sp>
      <p:sp>
        <p:nvSpPr>
          <p:cNvPr id="100" name="SK-23-text-51">
            <a:extLst>
              <a:ext uri="{FF2B5EF4-FFF2-40B4-BE49-F238E27FC236}">
                <a16:creationId xmlns:a16="http://schemas.microsoft.com/office/drawing/2014/main" id="{71084CD6-A9E7-46A3-5A0F-6366FCE04701}"/>
              </a:ext>
            </a:extLst>
          </p:cNvPr>
          <p:cNvSpPr/>
          <p:nvPr/>
        </p:nvSpPr>
        <p:spPr>
          <a:xfrm>
            <a:off x="8046313" y="4416424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2" name="SK-23-text-52">
            <a:extLst>
              <a:ext uri="{FF2B5EF4-FFF2-40B4-BE49-F238E27FC236}">
                <a16:creationId xmlns:a16="http://schemas.microsoft.com/office/drawing/2014/main" id="{31F8F8EE-B5B7-D31F-77D7-4DD816A870B4}"/>
              </a:ext>
            </a:extLst>
          </p:cNvPr>
          <p:cNvSpPr/>
          <p:nvPr/>
        </p:nvSpPr>
        <p:spPr>
          <a:xfrm>
            <a:off x="7955825" y="4854574"/>
            <a:ext cx="6381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Création</a:t>
            </a:r>
            <a:endParaRPr lang="en-US" sz="1050" dirty="0"/>
          </a:p>
        </p:txBody>
      </p:sp>
      <p:sp>
        <p:nvSpPr>
          <p:cNvPr id="104" name="SK-23-text-53">
            <a:extLst>
              <a:ext uri="{FF2B5EF4-FFF2-40B4-BE49-F238E27FC236}">
                <a16:creationId xmlns:a16="http://schemas.microsoft.com/office/drawing/2014/main" id="{64DCCC7F-C95B-C4AD-0DA8-36CB1E6E5FEF}"/>
              </a:ext>
            </a:extLst>
          </p:cNvPr>
          <p:cNvSpPr/>
          <p:nvPr/>
        </p:nvSpPr>
        <p:spPr>
          <a:xfrm>
            <a:off x="9501852" y="4416424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06" name="SK-23-text-54">
            <a:extLst>
              <a:ext uri="{FF2B5EF4-FFF2-40B4-BE49-F238E27FC236}">
                <a16:creationId xmlns:a16="http://schemas.microsoft.com/office/drawing/2014/main" id="{AA2E7635-8CFD-9772-8454-F97863B9C67D}"/>
              </a:ext>
            </a:extLst>
          </p:cNvPr>
          <p:cNvSpPr/>
          <p:nvPr/>
        </p:nvSpPr>
        <p:spPr>
          <a:xfrm>
            <a:off x="9449464" y="4854574"/>
            <a:ext cx="5619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Calculs</a:t>
            </a:r>
            <a:endParaRPr lang="en-US" sz="1050" dirty="0"/>
          </a:p>
        </p:txBody>
      </p:sp>
      <p:sp>
        <p:nvSpPr>
          <p:cNvPr id="108" name="SK-23-text-55">
            <a:extLst>
              <a:ext uri="{FF2B5EF4-FFF2-40B4-BE49-F238E27FC236}">
                <a16:creationId xmlns:a16="http://schemas.microsoft.com/office/drawing/2014/main" id="{D983086C-CDBD-E33D-B61C-5D8AFBC34BB9}"/>
              </a:ext>
            </a:extLst>
          </p:cNvPr>
          <p:cNvSpPr/>
          <p:nvPr/>
        </p:nvSpPr>
        <p:spPr>
          <a:xfrm>
            <a:off x="10957391" y="4416424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10" name="SK-23-text-56">
            <a:extLst>
              <a:ext uri="{FF2B5EF4-FFF2-40B4-BE49-F238E27FC236}">
                <a16:creationId xmlns:a16="http://schemas.microsoft.com/office/drawing/2014/main" id="{83BF7F67-9C6B-C147-F18A-FAADC07BA314}"/>
              </a:ext>
            </a:extLst>
          </p:cNvPr>
          <p:cNvSpPr/>
          <p:nvPr/>
        </p:nvSpPr>
        <p:spPr>
          <a:xfrm>
            <a:off x="10819278" y="4854574"/>
            <a:ext cx="7334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12" name="SK-23-text-57">
            <a:extLst>
              <a:ext uri="{FF2B5EF4-FFF2-40B4-BE49-F238E27FC236}">
                <a16:creationId xmlns:a16="http://schemas.microsoft.com/office/drawing/2014/main" id="{59966224-B971-E659-2CEF-26EF654A9478}"/>
              </a:ext>
            </a:extLst>
          </p:cNvPr>
          <p:cNvSpPr/>
          <p:nvPr/>
        </p:nvSpPr>
        <p:spPr>
          <a:xfrm>
            <a:off x="6224954" y="5511799"/>
            <a:ext cx="5555605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"Le module Devis centralise la saisie des prestations et automatise les calculs financiers pour garantir la cohérence des données."</a:t>
            </a:r>
            <a:endParaRPr lang="en-US" sz="1125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048DCD6-674B-CCA6-B3BF-AEA5A274207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2697" y="1300615"/>
            <a:ext cx="2970955" cy="449281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ABE5F8F-9B0C-A365-26B3-601E5E9C85F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16329" y="1118146"/>
            <a:ext cx="5669685" cy="229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96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168D6D-0D36-974C-2070-E719CE18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68F5D7-B849-1358-4D17-FC377120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2FDBB9-41E3-0B95-0EC3-00C7CB11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24</a:t>
            </a:fld>
            <a:endParaRPr lang="fr-FR"/>
          </a:p>
        </p:txBody>
      </p:sp>
      <p:pic>
        <p:nvPicPr>
          <p:cNvPr id="6" name="SK-24-img-3" descr="preencoded.png">
            <a:extLst>
              <a:ext uri="{FF2B5EF4-FFF2-40B4-BE49-F238E27FC236}">
                <a16:creationId xmlns:a16="http://schemas.microsoft.com/office/drawing/2014/main" id="{7753FE7C-656D-7125-1B52-14D5076D1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24-img-4" descr="preencoded.png">
            <a:extLst>
              <a:ext uri="{FF2B5EF4-FFF2-40B4-BE49-F238E27FC236}">
                <a16:creationId xmlns:a16="http://schemas.microsoft.com/office/drawing/2014/main" id="{935200D8-7907-C65F-2923-88A6D9EA7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67917"/>
            <a:ext cx="5372100" cy="1619250"/>
          </a:xfrm>
          <a:prstGeom prst="rect">
            <a:avLst/>
          </a:prstGeom>
        </p:spPr>
      </p:pic>
      <p:pic>
        <p:nvPicPr>
          <p:cNvPr id="10" name="SK-24-img-5" descr="preencoded.png">
            <a:extLst>
              <a:ext uri="{FF2B5EF4-FFF2-40B4-BE49-F238E27FC236}">
                <a16:creationId xmlns:a16="http://schemas.microsoft.com/office/drawing/2014/main" id="{837EAE2B-D55B-BE2A-D0E7-0CEB18A82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23145"/>
            <a:ext cx="214313" cy="175320"/>
          </a:xfrm>
          <a:prstGeom prst="rect">
            <a:avLst/>
          </a:prstGeom>
        </p:spPr>
      </p:pic>
      <p:pic>
        <p:nvPicPr>
          <p:cNvPr id="12" name="SK-24-img-6" descr="preencoded.png">
            <a:extLst>
              <a:ext uri="{FF2B5EF4-FFF2-40B4-BE49-F238E27FC236}">
                <a16:creationId xmlns:a16="http://schemas.microsoft.com/office/drawing/2014/main" id="{A87C7816-0D1C-CFD8-8755-060DF5BF0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96" y="2360861"/>
            <a:ext cx="381000" cy="381000"/>
          </a:xfrm>
          <a:prstGeom prst="rect">
            <a:avLst/>
          </a:prstGeom>
        </p:spPr>
      </p:pic>
      <p:pic>
        <p:nvPicPr>
          <p:cNvPr id="14" name="SK-24-img-7" descr="preencoded.png">
            <a:extLst>
              <a:ext uri="{FF2B5EF4-FFF2-40B4-BE49-F238E27FC236}">
                <a16:creationId xmlns:a16="http://schemas.microsoft.com/office/drawing/2014/main" id="{6AD9EF5B-97E9-7334-F44C-06BE535766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246" y="2475161"/>
            <a:ext cx="190500" cy="152400"/>
          </a:xfrm>
          <a:prstGeom prst="rect">
            <a:avLst/>
          </a:prstGeom>
        </p:spPr>
      </p:pic>
      <p:pic>
        <p:nvPicPr>
          <p:cNvPr id="16" name="SK-24-img-8" descr="preencoded.png">
            <a:extLst>
              <a:ext uri="{FF2B5EF4-FFF2-40B4-BE49-F238E27FC236}">
                <a16:creationId xmlns:a16="http://schemas.microsoft.com/office/drawing/2014/main" id="{BCA411F8-1611-3D35-93CD-754C59FE5B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6837" y="2613720"/>
            <a:ext cx="166688" cy="137220"/>
          </a:xfrm>
          <a:prstGeom prst="rect">
            <a:avLst/>
          </a:prstGeom>
        </p:spPr>
      </p:pic>
      <p:pic>
        <p:nvPicPr>
          <p:cNvPr id="18" name="SK-24-img-9" descr="preencoded.png">
            <a:extLst>
              <a:ext uri="{FF2B5EF4-FFF2-40B4-BE49-F238E27FC236}">
                <a16:creationId xmlns:a16="http://schemas.microsoft.com/office/drawing/2014/main" id="{7240D71E-5B42-1417-DE31-057EF30E92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8216" y="2267992"/>
            <a:ext cx="381000" cy="381000"/>
          </a:xfrm>
          <a:prstGeom prst="rect">
            <a:avLst/>
          </a:prstGeom>
        </p:spPr>
      </p:pic>
      <p:pic>
        <p:nvPicPr>
          <p:cNvPr id="20" name="SK-24-img-10" descr="preencoded.png">
            <a:extLst>
              <a:ext uri="{FF2B5EF4-FFF2-40B4-BE49-F238E27FC236}">
                <a16:creationId xmlns:a16="http://schemas.microsoft.com/office/drawing/2014/main" id="{3D9DEA22-D3F2-EEEB-C06E-9654453127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3466" y="2382292"/>
            <a:ext cx="190500" cy="152400"/>
          </a:xfrm>
          <a:prstGeom prst="rect">
            <a:avLst/>
          </a:prstGeom>
        </p:spPr>
      </p:pic>
      <p:pic>
        <p:nvPicPr>
          <p:cNvPr id="22" name="SK-24-img-11" descr="preencoded.png">
            <a:extLst>
              <a:ext uri="{FF2B5EF4-FFF2-40B4-BE49-F238E27FC236}">
                <a16:creationId xmlns:a16="http://schemas.microsoft.com/office/drawing/2014/main" id="{E6A74C7B-A8C5-8C12-27E5-CAAD8F5569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4057" y="2613720"/>
            <a:ext cx="166688" cy="137220"/>
          </a:xfrm>
          <a:prstGeom prst="rect">
            <a:avLst/>
          </a:prstGeom>
        </p:spPr>
      </p:pic>
      <p:pic>
        <p:nvPicPr>
          <p:cNvPr id="24" name="SK-24-img-12" descr="preencoded.png">
            <a:extLst>
              <a:ext uri="{FF2B5EF4-FFF2-40B4-BE49-F238E27FC236}">
                <a16:creationId xmlns:a16="http://schemas.microsoft.com/office/drawing/2014/main" id="{8B830B1D-5ADC-145C-0AE7-0B00B6F5D6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5437" y="2267992"/>
            <a:ext cx="381000" cy="381000"/>
          </a:xfrm>
          <a:prstGeom prst="rect">
            <a:avLst/>
          </a:prstGeom>
        </p:spPr>
      </p:pic>
      <p:pic>
        <p:nvPicPr>
          <p:cNvPr id="26" name="SK-24-img-13" descr="preencoded.png">
            <a:extLst>
              <a:ext uri="{FF2B5EF4-FFF2-40B4-BE49-F238E27FC236}">
                <a16:creationId xmlns:a16="http://schemas.microsoft.com/office/drawing/2014/main" id="{39BC37C2-7CF3-5AED-7216-B92C98D537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0687" y="2382292"/>
            <a:ext cx="190500" cy="152400"/>
          </a:xfrm>
          <a:prstGeom prst="rect">
            <a:avLst/>
          </a:prstGeom>
        </p:spPr>
      </p:pic>
      <p:pic>
        <p:nvPicPr>
          <p:cNvPr id="28" name="SK-24-img-14" descr="preencoded.png">
            <a:extLst>
              <a:ext uri="{FF2B5EF4-FFF2-40B4-BE49-F238E27FC236}">
                <a16:creationId xmlns:a16="http://schemas.microsoft.com/office/drawing/2014/main" id="{5410DB1A-3F3B-701C-DCB6-82732D4CF0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1278" y="2613720"/>
            <a:ext cx="166688" cy="137220"/>
          </a:xfrm>
          <a:prstGeom prst="rect">
            <a:avLst/>
          </a:prstGeom>
        </p:spPr>
      </p:pic>
      <p:pic>
        <p:nvPicPr>
          <p:cNvPr id="30" name="SK-24-img-15" descr="preencoded.png">
            <a:extLst>
              <a:ext uri="{FF2B5EF4-FFF2-40B4-BE49-F238E27FC236}">
                <a16:creationId xmlns:a16="http://schemas.microsoft.com/office/drawing/2014/main" id="{CB6B761A-06A6-55CD-AE91-38D89A4248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2658" y="2360861"/>
            <a:ext cx="381000" cy="381000"/>
          </a:xfrm>
          <a:prstGeom prst="rect">
            <a:avLst/>
          </a:prstGeom>
        </p:spPr>
      </p:pic>
      <p:pic>
        <p:nvPicPr>
          <p:cNvPr id="32" name="SK-24-img-16" descr="preencoded.png">
            <a:extLst>
              <a:ext uri="{FF2B5EF4-FFF2-40B4-BE49-F238E27FC236}">
                <a16:creationId xmlns:a16="http://schemas.microsoft.com/office/drawing/2014/main" id="{47C9616B-1D57-01FD-D556-8CA7723D92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7908" y="2475161"/>
            <a:ext cx="190500" cy="152400"/>
          </a:xfrm>
          <a:prstGeom prst="rect">
            <a:avLst/>
          </a:prstGeom>
        </p:spPr>
      </p:pic>
      <p:pic>
        <p:nvPicPr>
          <p:cNvPr id="34" name="SK-24-img-17" descr="preencoded.png">
            <a:extLst>
              <a:ext uri="{FF2B5EF4-FFF2-40B4-BE49-F238E27FC236}">
                <a16:creationId xmlns:a16="http://schemas.microsoft.com/office/drawing/2014/main" id="{6670B695-ACFA-607A-94C7-C556138B678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515767"/>
            <a:ext cx="2609850" cy="1059954"/>
          </a:xfrm>
          <a:prstGeom prst="rect">
            <a:avLst/>
          </a:prstGeom>
        </p:spPr>
      </p:pic>
      <p:pic>
        <p:nvPicPr>
          <p:cNvPr id="36" name="SK-24-img-18" descr="preencoded.png">
            <a:extLst>
              <a:ext uri="{FF2B5EF4-FFF2-40B4-BE49-F238E27FC236}">
                <a16:creationId xmlns:a16="http://schemas.microsoft.com/office/drawing/2014/main" id="{84886465-3CD0-EB1B-A13A-7D72F008E8D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3750" y="3515767"/>
            <a:ext cx="2609850" cy="1059954"/>
          </a:xfrm>
          <a:prstGeom prst="rect">
            <a:avLst/>
          </a:prstGeom>
        </p:spPr>
      </p:pic>
      <p:pic>
        <p:nvPicPr>
          <p:cNvPr id="38" name="SK-24-img-19" descr="preencoded.png">
            <a:extLst>
              <a:ext uri="{FF2B5EF4-FFF2-40B4-BE49-F238E27FC236}">
                <a16:creationId xmlns:a16="http://schemas.microsoft.com/office/drawing/2014/main" id="{4B7D80D8-E4C3-5C53-4725-61182F1008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728121"/>
            <a:ext cx="2609850" cy="1059954"/>
          </a:xfrm>
          <a:prstGeom prst="rect">
            <a:avLst/>
          </a:prstGeom>
        </p:spPr>
      </p:pic>
      <p:pic>
        <p:nvPicPr>
          <p:cNvPr id="40" name="SK-24-img-20" descr="preencoded.png">
            <a:extLst>
              <a:ext uri="{FF2B5EF4-FFF2-40B4-BE49-F238E27FC236}">
                <a16:creationId xmlns:a16="http://schemas.microsoft.com/office/drawing/2014/main" id="{537B309F-F47B-4077-8DE2-365E1205C00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33750" y="4728121"/>
            <a:ext cx="2609850" cy="1059954"/>
          </a:xfrm>
          <a:prstGeom prst="rect">
            <a:avLst/>
          </a:prstGeom>
        </p:spPr>
      </p:pic>
      <p:sp>
        <p:nvSpPr>
          <p:cNvPr id="54" name="SK-24-text-28">
            <a:extLst>
              <a:ext uri="{FF2B5EF4-FFF2-40B4-BE49-F238E27FC236}">
                <a16:creationId xmlns:a16="http://schemas.microsoft.com/office/drawing/2014/main" id="{DB45C960-5405-A327-3CC9-D45E21B5B730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56" name="SK-24-text-29">
            <a:extLst>
              <a:ext uri="{FF2B5EF4-FFF2-40B4-BE49-F238E27FC236}">
                <a16:creationId xmlns:a16="http://schemas.microsoft.com/office/drawing/2014/main" id="{DEB7DBA9-906C-B1FC-FA9C-13A1081271B4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Gestion des factures — CP7</a:t>
            </a:r>
            <a:endParaRPr lang="en-US" sz="2400" dirty="0"/>
          </a:p>
        </p:txBody>
      </p:sp>
      <p:sp>
        <p:nvSpPr>
          <p:cNvPr id="58" name="SK-24-text-30">
            <a:extLst>
              <a:ext uri="{FF2B5EF4-FFF2-40B4-BE49-F238E27FC236}">
                <a16:creationId xmlns:a16="http://schemas.microsoft.com/office/drawing/2014/main" id="{CA5B013F-5368-F3CD-C26C-207659C3EDFA}"/>
              </a:ext>
            </a:extLst>
          </p:cNvPr>
          <p:cNvSpPr/>
          <p:nvPr/>
        </p:nvSpPr>
        <p:spPr>
          <a:xfrm>
            <a:off x="995363" y="1782217"/>
            <a:ext cx="51435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5A27"/>
                </a:solidFill>
              </a:rPr>
              <a:t>Workflow de Facturation</a:t>
            </a:r>
            <a:endParaRPr lang="en-US" sz="1350" dirty="0"/>
          </a:p>
        </p:txBody>
      </p:sp>
      <p:sp>
        <p:nvSpPr>
          <p:cNvPr id="60" name="SK-24-text-31">
            <a:extLst>
              <a:ext uri="{FF2B5EF4-FFF2-40B4-BE49-F238E27FC236}">
                <a16:creationId xmlns:a16="http://schemas.microsoft.com/office/drawing/2014/main" id="{D61160DA-09B6-2C10-C88E-A72670ECFC3E}"/>
              </a:ext>
            </a:extLst>
          </p:cNvPr>
          <p:cNvSpPr/>
          <p:nvPr/>
        </p:nvSpPr>
        <p:spPr>
          <a:xfrm>
            <a:off x="856208" y="2818061"/>
            <a:ext cx="790575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 validé</a:t>
            </a:r>
            <a:endParaRPr lang="en-US" sz="975" dirty="0"/>
          </a:p>
        </p:txBody>
      </p:sp>
      <p:sp>
        <p:nvSpPr>
          <p:cNvPr id="62" name="SK-24-text-32">
            <a:extLst>
              <a:ext uri="{FF2B5EF4-FFF2-40B4-BE49-F238E27FC236}">
                <a16:creationId xmlns:a16="http://schemas.microsoft.com/office/drawing/2014/main" id="{79A5414F-9305-D288-53FA-2AFEEB344924}"/>
              </a:ext>
            </a:extLst>
          </p:cNvPr>
          <p:cNvSpPr/>
          <p:nvPr/>
        </p:nvSpPr>
        <p:spPr>
          <a:xfrm>
            <a:off x="2023021" y="2725192"/>
            <a:ext cx="113154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Récupération des données</a:t>
            </a:r>
            <a:endParaRPr lang="en-US" sz="975" dirty="0"/>
          </a:p>
        </p:txBody>
      </p:sp>
      <p:sp>
        <p:nvSpPr>
          <p:cNvPr id="64" name="SK-24-text-33">
            <a:extLst>
              <a:ext uri="{FF2B5EF4-FFF2-40B4-BE49-F238E27FC236}">
                <a16:creationId xmlns:a16="http://schemas.microsoft.com/office/drawing/2014/main" id="{2BEC437A-0B75-1CFB-C629-01D647928DF8}"/>
              </a:ext>
            </a:extLst>
          </p:cNvPr>
          <p:cNvSpPr/>
          <p:nvPr/>
        </p:nvSpPr>
        <p:spPr>
          <a:xfrm>
            <a:off x="3360241" y="2725192"/>
            <a:ext cx="113154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facture</a:t>
            </a:r>
            <a:endParaRPr lang="en-US" sz="975" dirty="0"/>
          </a:p>
        </p:txBody>
      </p:sp>
      <p:sp>
        <p:nvSpPr>
          <p:cNvPr id="66" name="SK-24-text-34">
            <a:extLst>
              <a:ext uri="{FF2B5EF4-FFF2-40B4-BE49-F238E27FC236}">
                <a16:creationId xmlns:a16="http://schemas.microsoft.com/office/drawing/2014/main" id="{20933FA1-449A-9CEE-13C2-5809569AC807}"/>
              </a:ext>
            </a:extLst>
          </p:cNvPr>
          <p:cNvSpPr/>
          <p:nvPr/>
        </p:nvSpPr>
        <p:spPr>
          <a:xfrm>
            <a:off x="4886920" y="2818061"/>
            <a:ext cx="752475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Statut</a:t>
            </a:r>
            <a:endParaRPr lang="en-US" sz="975" dirty="0"/>
          </a:p>
        </p:txBody>
      </p:sp>
      <p:sp>
        <p:nvSpPr>
          <p:cNvPr id="68" name="SK-24-text-35">
            <a:extLst>
              <a:ext uri="{FF2B5EF4-FFF2-40B4-BE49-F238E27FC236}">
                <a16:creationId xmlns:a16="http://schemas.microsoft.com/office/drawing/2014/main" id="{CC40DC92-12EB-4783-D628-4962DCCC98A6}"/>
              </a:ext>
            </a:extLst>
          </p:cNvPr>
          <p:cNvSpPr/>
          <p:nvPr/>
        </p:nvSpPr>
        <p:spPr>
          <a:xfrm>
            <a:off x="685800" y="3630067"/>
            <a:ext cx="2457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2419"/>
                </a:solidFill>
              </a:rPr>
              <a:t>Réutilisation</a:t>
            </a:r>
            <a:endParaRPr lang="en-US" sz="1125" dirty="0"/>
          </a:p>
        </p:txBody>
      </p:sp>
      <p:sp>
        <p:nvSpPr>
          <p:cNvPr id="70" name="SK-24-text-36">
            <a:extLst>
              <a:ext uri="{FF2B5EF4-FFF2-40B4-BE49-F238E27FC236}">
                <a16:creationId xmlns:a16="http://schemas.microsoft.com/office/drawing/2014/main" id="{E1CA4419-A648-88DE-14A1-CAA16485A043}"/>
              </a:ext>
            </a:extLst>
          </p:cNvPr>
          <p:cNvSpPr/>
          <p:nvPr/>
        </p:nvSpPr>
        <p:spPr>
          <a:xfrm>
            <a:off x="685800" y="3901529"/>
            <a:ext cx="2381250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Exploitation directe des données validées du devis pour éviter les erreurs de saisie.</a:t>
            </a:r>
            <a:endParaRPr lang="en-US" sz="1050" dirty="0"/>
          </a:p>
        </p:txBody>
      </p:sp>
      <p:sp>
        <p:nvSpPr>
          <p:cNvPr id="72" name="SK-24-text-37">
            <a:extLst>
              <a:ext uri="{FF2B5EF4-FFF2-40B4-BE49-F238E27FC236}">
                <a16:creationId xmlns:a16="http://schemas.microsoft.com/office/drawing/2014/main" id="{18A3AD94-4A56-33BE-0181-622C34E50D85}"/>
              </a:ext>
            </a:extLst>
          </p:cNvPr>
          <p:cNvSpPr/>
          <p:nvPr/>
        </p:nvSpPr>
        <p:spPr>
          <a:xfrm>
            <a:off x="3448050" y="3630067"/>
            <a:ext cx="2457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2419"/>
                </a:solidFill>
              </a:rPr>
              <a:t>Génération</a:t>
            </a:r>
            <a:endParaRPr lang="en-US" sz="1125" dirty="0"/>
          </a:p>
        </p:txBody>
      </p:sp>
      <p:sp>
        <p:nvSpPr>
          <p:cNvPr id="74" name="SK-24-text-38">
            <a:extLst>
              <a:ext uri="{FF2B5EF4-FFF2-40B4-BE49-F238E27FC236}">
                <a16:creationId xmlns:a16="http://schemas.microsoft.com/office/drawing/2014/main" id="{2E5BBA15-5F81-9657-745F-5A0902D9EB59}"/>
              </a:ext>
            </a:extLst>
          </p:cNvPr>
          <p:cNvSpPr/>
          <p:nvPr/>
        </p:nvSpPr>
        <p:spPr>
          <a:xfrm>
            <a:off x="3448050" y="3901529"/>
            <a:ext cx="2381250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Création automatisée de la pièce comptable avec numérotation séquentielle.</a:t>
            </a:r>
            <a:endParaRPr lang="en-US" sz="1050" dirty="0"/>
          </a:p>
        </p:txBody>
      </p:sp>
      <p:sp>
        <p:nvSpPr>
          <p:cNvPr id="76" name="SK-24-text-39">
            <a:extLst>
              <a:ext uri="{FF2B5EF4-FFF2-40B4-BE49-F238E27FC236}">
                <a16:creationId xmlns:a16="http://schemas.microsoft.com/office/drawing/2014/main" id="{F985AE44-ED9A-B230-5924-C19BAF29A631}"/>
              </a:ext>
            </a:extLst>
          </p:cNvPr>
          <p:cNvSpPr/>
          <p:nvPr/>
        </p:nvSpPr>
        <p:spPr>
          <a:xfrm>
            <a:off x="685800" y="4842421"/>
            <a:ext cx="2457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2419"/>
                </a:solidFill>
              </a:rPr>
              <a:t>Cohérence</a:t>
            </a:r>
            <a:endParaRPr lang="en-US" sz="1125" dirty="0"/>
          </a:p>
        </p:txBody>
      </p:sp>
      <p:sp>
        <p:nvSpPr>
          <p:cNvPr id="78" name="SK-24-text-40">
            <a:extLst>
              <a:ext uri="{FF2B5EF4-FFF2-40B4-BE49-F238E27FC236}">
                <a16:creationId xmlns:a16="http://schemas.microsoft.com/office/drawing/2014/main" id="{355F8D15-3947-06F2-6D18-99C9415770F0}"/>
              </a:ext>
            </a:extLst>
          </p:cNvPr>
          <p:cNvSpPr/>
          <p:nvPr/>
        </p:nvSpPr>
        <p:spPr>
          <a:xfrm>
            <a:off x="685800" y="5113883"/>
            <a:ext cx="2381250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Maintien de l'intégrité entre les prestations devisées et les montants facturés.</a:t>
            </a:r>
            <a:endParaRPr lang="en-US" sz="1050" dirty="0"/>
          </a:p>
        </p:txBody>
      </p:sp>
      <p:sp>
        <p:nvSpPr>
          <p:cNvPr id="80" name="SK-24-text-41">
            <a:extLst>
              <a:ext uri="{FF2B5EF4-FFF2-40B4-BE49-F238E27FC236}">
                <a16:creationId xmlns:a16="http://schemas.microsoft.com/office/drawing/2014/main" id="{865ED6F9-C645-E9D3-BC77-20D8361005DB}"/>
              </a:ext>
            </a:extLst>
          </p:cNvPr>
          <p:cNvSpPr/>
          <p:nvPr/>
        </p:nvSpPr>
        <p:spPr>
          <a:xfrm>
            <a:off x="3448050" y="4842421"/>
            <a:ext cx="2457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2419"/>
                </a:solidFill>
              </a:rPr>
              <a:t>Suivi</a:t>
            </a:r>
            <a:endParaRPr lang="en-US" sz="1125" dirty="0"/>
          </a:p>
        </p:txBody>
      </p:sp>
      <p:sp>
        <p:nvSpPr>
          <p:cNvPr id="82" name="SK-24-text-42">
            <a:extLst>
              <a:ext uri="{FF2B5EF4-FFF2-40B4-BE49-F238E27FC236}">
                <a16:creationId xmlns:a16="http://schemas.microsoft.com/office/drawing/2014/main" id="{CA076642-7E55-8D2A-05E7-0C271E3C1F5B}"/>
              </a:ext>
            </a:extLst>
          </p:cNvPr>
          <p:cNvSpPr/>
          <p:nvPr/>
        </p:nvSpPr>
        <p:spPr>
          <a:xfrm>
            <a:off x="3448050" y="5113883"/>
            <a:ext cx="238125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dédié au suivi des </a:t>
            </a:r>
            <a:r>
              <a:rPr lang="en-US" sz="1050" dirty="0" err="1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statuts</a:t>
            </a: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(En </a:t>
            </a:r>
            <a:r>
              <a:rPr lang="en-US" sz="1050" dirty="0" err="1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attente</a:t>
            </a: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050" dirty="0" err="1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Partielle</a:t>
            </a: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050" dirty="0" err="1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Payée</a:t>
            </a: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05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96C8818-27DC-40E5-4C0C-772A7A522E9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50957" y="3047901"/>
            <a:ext cx="4030433" cy="34726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79B5F94-268A-43DA-FBF4-901AE6A01F8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45544" y="298695"/>
            <a:ext cx="5651194" cy="264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88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9DB6980-A667-C171-6555-A3BA86F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5BB7A4-81EE-54EE-486A-86FFC610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6A1C9E-110F-D570-263E-7D2CE1D6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25</a:t>
            </a:fld>
            <a:endParaRPr lang="fr-FR"/>
          </a:p>
        </p:txBody>
      </p:sp>
      <p:pic>
        <p:nvPicPr>
          <p:cNvPr id="6" name="SK-25-img-3" descr="preencoded.png">
            <a:extLst>
              <a:ext uri="{FF2B5EF4-FFF2-40B4-BE49-F238E27FC236}">
                <a16:creationId xmlns:a16="http://schemas.microsoft.com/office/drawing/2014/main" id="{F9607643-BF91-71BE-91BE-3746B4DD5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10668000" cy="641896"/>
          </a:xfrm>
          <a:prstGeom prst="rect">
            <a:avLst/>
          </a:prstGeom>
        </p:spPr>
      </p:pic>
      <p:pic>
        <p:nvPicPr>
          <p:cNvPr id="8" name="SK-25-img-4" descr="preencoded.png">
            <a:extLst>
              <a:ext uri="{FF2B5EF4-FFF2-40B4-BE49-F238E27FC236}">
                <a16:creationId xmlns:a16="http://schemas.microsoft.com/office/drawing/2014/main" id="{5F5B2A05-6928-A9B4-2B1F-7C0DD575F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65970"/>
            <a:ext cx="4710559" cy="1190625"/>
          </a:xfrm>
          <a:prstGeom prst="rect">
            <a:avLst/>
          </a:prstGeom>
        </p:spPr>
      </p:pic>
      <p:pic>
        <p:nvPicPr>
          <p:cNvPr id="10" name="SK-25-img-5" descr="preencoded.png">
            <a:extLst>
              <a:ext uri="{FF2B5EF4-FFF2-40B4-BE49-F238E27FC236}">
                <a16:creationId xmlns:a16="http://schemas.microsoft.com/office/drawing/2014/main" id="{51631BCE-2920-18DC-D3D5-71541B8E6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13" y="1794570"/>
            <a:ext cx="457200" cy="457200"/>
          </a:xfrm>
          <a:prstGeom prst="rect">
            <a:avLst/>
          </a:prstGeom>
        </p:spPr>
      </p:pic>
      <p:pic>
        <p:nvPicPr>
          <p:cNvPr id="12" name="SK-25-img-6" descr="preencoded.png">
            <a:extLst>
              <a:ext uri="{FF2B5EF4-FFF2-40B4-BE49-F238E27FC236}">
                <a16:creationId xmlns:a16="http://schemas.microsoft.com/office/drawing/2014/main" id="{615B3F3B-068C-75A8-0C6B-7CEDEA69D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" y="1927920"/>
            <a:ext cx="238125" cy="190500"/>
          </a:xfrm>
          <a:prstGeom prst="rect">
            <a:avLst/>
          </a:prstGeom>
        </p:spPr>
      </p:pic>
      <p:pic>
        <p:nvPicPr>
          <p:cNvPr id="14" name="SK-25-img-7" descr="preencoded.png">
            <a:extLst>
              <a:ext uri="{FF2B5EF4-FFF2-40B4-BE49-F238E27FC236}">
                <a16:creationId xmlns:a16="http://schemas.microsoft.com/office/drawing/2014/main" id="{F9617DB6-1B9A-B430-FBBB-4F330FCFF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4988" y="2088803"/>
            <a:ext cx="214313" cy="175320"/>
          </a:xfrm>
          <a:prstGeom prst="rect">
            <a:avLst/>
          </a:prstGeom>
        </p:spPr>
      </p:pic>
      <p:pic>
        <p:nvPicPr>
          <p:cNvPr id="16" name="SK-25-img-8" descr="preencoded.png">
            <a:extLst>
              <a:ext uri="{FF2B5EF4-FFF2-40B4-BE49-F238E27FC236}">
                <a16:creationId xmlns:a16="http://schemas.microsoft.com/office/drawing/2014/main" id="{70152102-5B0D-AB65-1ABC-615B71850B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1794570"/>
            <a:ext cx="457200" cy="457200"/>
          </a:xfrm>
          <a:prstGeom prst="rect">
            <a:avLst/>
          </a:prstGeom>
        </p:spPr>
      </p:pic>
      <p:pic>
        <p:nvPicPr>
          <p:cNvPr id="18" name="SK-25-img-9" descr="preencoded.png">
            <a:extLst>
              <a:ext uri="{FF2B5EF4-FFF2-40B4-BE49-F238E27FC236}">
                <a16:creationId xmlns:a16="http://schemas.microsoft.com/office/drawing/2014/main" id="{954B30B4-ED26-1C88-D730-F4EE8301D8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3163" y="1927920"/>
            <a:ext cx="238125" cy="190500"/>
          </a:xfrm>
          <a:prstGeom prst="rect">
            <a:avLst/>
          </a:prstGeom>
        </p:spPr>
      </p:pic>
      <p:pic>
        <p:nvPicPr>
          <p:cNvPr id="20" name="SK-25-img-10" descr="preencoded.png">
            <a:extLst>
              <a:ext uri="{FF2B5EF4-FFF2-40B4-BE49-F238E27FC236}">
                <a16:creationId xmlns:a16="http://schemas.microsoft.com/office/drawing/2014/main" id="{9510D0E0-4CE5-1526-E35E-6260D4E86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150" y="2088803"/>
            <a:ext cx="214313" cy="175320"/>
          </a:xfrm>
          <a:prstGeom prst="rect">
            <a:avLst/>
          </a:prstGeom>
        </p:spPr>
      </p:pic>
      <p:pic>
        <p:nvPicPr>
          <p:cNvPr id="22" name="SK-25-img-11" descr="preencoded.png">
            <a:extLst>
              <a:ext uri="{FF2B5EF4-FFF2-40B4-BE49-F238E27FC236}">
                <a16:creationId xmlns:a16="http://schemas.microsoft.com/office/drawing/2014/main" id="{937A14E8-AFBC-D22E-0E3A-58FE50DD8A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7588" y="1794570"/>
            <a:ext cx="457200" cy="457200"/>
          </a:xfrm>
          <a:prstGeom prst="rect">
            <a:avLst/>
          </a:prstGeom>
        </p:spPr>
      </p:pic>
      <p:pic>
        <p:nvPicPr>
          <p:cNvPr id="24" name="SK-25-img-12" descr="preencoded.png">
            <a:extLst>
              <a:ext uri="{FF2B5EF4-FFF2-40B4-BE49-F238E27FC236}">
                <a16:creationId xmlns:a16="http://schemas.microsoft.com/office/drawing/2014/main" id="{383BE97A-A695-853F-5679-8A1D651201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7125" y="1927920"/>
            <a:ext cx="238125" cy="190500"/>
          </a:xfrm>
          <a:prstGeom prst="rect">
            <a:avLst/>
          </a:prstGeom>
        </p:spPr>
      </p:pic>
      <p:pic>
        <p:nvPicPr>
          <p:cNvPr id="26" name="SK-25-img-13" descr="preencoded.png">
            <a:extLst>
              <a:ext uri="{FF2B5EF4-FFF2-40B4-BE49-F238E27FC236}">
                <a16:creationId xmlns:a16="http://schemas.microsoft.com/office/drawing/2014/main" id="{E40BD657-DF70-FA26-8E4D-0144B741BF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2913" y="2088803"/>
            <a:ext cx="214313" cy="175320"/>
          </a:xfrm>
          <a:prstGeom prst="rect">
            <a:avLst/>
          </a:prstGeom>
        </p:spPr>
      </p:pic>
      <p:pic>
        <p:nvPicPr>
          <p:cNvPr id="28" name="SK-25-img-14" descr="preencoded.png">
            <a:extLst>
              <a:ext uri="{FF2B5EF4-FFF2-40B4-BE49-F238E27FC236}">
                <a16:creationId xmlns:a16="http://schemas.microsoft.com/office/drawing/2014/main" id="{F1C4A65D-5741-FCBB-E9C4-E6C088ECF0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5350" y="1794570"/>
            <a:ext cx="457200" cy="457200"/>
          </a:xfrm>
          <a:prstGeom prst="rect">
            <a:avLst/>
          </a:prstGeom>
        </p:spPr>
      </p:pic>
      <p:pic>
        <p:nvPicPr>
          <p:cNvPr id="30" name="SK-25-img-15" descr="preencoded.png">
            <a:extLst>
              <a:ext uri="{FF2B5EF4-FFF2-40B4-BE49-F238E27FC236}">
                <a16:creationId xmlns:a16="http://schemas.microsoft.com/office/drawing/2014/main" id="{40911DCF-F26C-596D-4A21-F75EA99E04D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4888" y="1927920"/>
            <a:ext cx="238125" cy="190500"/>
          </a:xfrm>
          <a:prstGeom prst="rect">
            <a:avLst/>
          </a:prstGeom>
        </p:spPr>
      </p:pic>
      <p:pic>
        <p:nvPicPr>
          <p:cNvPr id="32" name="SK-25-img-16" descr="preencoded.png">
            <a:extLst>
              <a:ext uri="{FF2B5EF4-FFF2-40B4-BE49-F238E27FC236}">
                <a16:creationId xmlns:a16="http://schemas.microsoft.com/office/drawing/2014/main" id="{D02516C8-EE95-9CF1-1A17-AF8DD6A9A5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2985195"/>
            <a:ext cx="2279005" cy="1169491"/>
          </a:xfrm>
          <a:prstGeom prst="rect">
            <a:avLst/>
          </a:prstGeom>
        </p:spPr>
      </p:pic>
      <p:pic>
        <p:nvPicPr>
          <p:cNvPr id="34" name="SK-25-img-17" descr="preencoded.png">
            <a:extLst>
              <a:ext uri="{FF2B5EF4-FFF2-40B4-BE49-F238E27FC236}">
                <a16:creationId xmlns:a16="http://schemas.microsoft.com/office/drawing/2014/main" id="{2B9A2557-8D5A-7CBF-E198-A1E65B5580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3175695"/>
            <a:ext cx="190500" cy="152400"/>
          </a:xfrm>
          <a:prstGeom prst="rect">
            <a:avLst/>
          </a:prstGeom>
        </p:spPr>
      </p:pic>
      <p:pic>
        <p:nvPicPr>
          <p:cNvPr id="36" name="SK-25-img-18" descr="preencoded.png">
            <a:extLst>
              <a:ext uri="{FF2B5EF4-FFF2-40B4-BE49-F238E27FC236}">
                <a16:creationId xmlns:a16="http://schemas.microsoft.com/office/drawing/2014/main" id="{5241D4D8-2C9B-D7FD-82B6-A70AFE28CFA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93405" y="2985195"/>
            <a:ext cx="2279154" cy="1169491"/>
          </a:xfrm>
          <a:prstGeom prst="rect">
            <a:avLst/>
          </a:prstGeom>
        </p:spPr>
      </p:pic>
      <p:pic>
        <p:nvPicPr>
          <p:cNvPr id="38" name="SK-25-img-19" descr="preencoded.png">
            <a:extLst>
              <a:ext uri="{FF2B5EF4-FFF2-40B4-BE49-F238E27FC236}">
                <a16:creationId xmlns:a16="http://schemas.microsoft.com/office/drawing/2014/main" id="{6A49B248-4A32-4FFD-E947-F482FB2B8F0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45805" y="3175695"/>
            <a:ext cx="190500" cy="152400"/>
          </a:xfrm>
          <a:prstGeom prst="rect">
            <a:avLst/>
          </a:prstGeom>
        </p:spPr>
      </p:pic>
      <p:pic>
        <p:nvPicPr>
          <p:cNvPr id="40" name="SK-25-img-20" descr="preencoded.png">
            <a:extLst>
              <a:ext uri="{FF2B5EF4-FFF2-40B4-BE49-F238E27FC236}">
                <a16:creationId xmlns:a16="http://schemas.microsoft.com/office/drawing/2014/main" id="{884CDAF9-1CFC-845E-554C-05FB37FB9BC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4307086"/>
            <a:ext cx="2279005" cy="1169491"/>
          </a:xfrm>
          <a:prstGeom prst="rect">
            <a:avLst/>
          </a:prstGeom>
        </p:spPr>
      </p:pic>
      <p:pic>
        <p:nvPicPr>
          <p:cNvPr id="42" name="SK-25-img-21" descr="preencoded.png">
            <a:extLst>
              <a:ext uri="{FF2B5EF4-FFF2-40B4-BE49-F238E27FC236}">
                <a16:creationId xmlns:a16="http://schemas.microsoft.com/office/drawing/2014/main" id="{F5AD613F-87D6-08AC-4F34-298E48A3B49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4497586"/>
            <a:ext cx="190500" cy="152400"/>
          </a:xfrm>
          <a:prstGeom prst="rect">
            <a:avLst/>
          </a:prstGeom>
        </p:spPr>
      </p:pic>
      <p:pic>
        <p:nvPicPr>
          <p:cNvPr id="44" name="SK-25-img-22" descr="preencoded.png">
            <a:extLst>
              <a:ext uri="{FF2B5EF4-FFF2-40B4-BE49-F238E27FC236}">
                <a16:creationId xmlns:a16="http://schemas.microsoft.com/office/drawing/2014/main" id="{25A748D6-CD64-45CD-441F-5977582C9A3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93405" y="4307086"/>
            <a:ext cx="2279154" cy="1169491"/>
          </a:xfrm>
          <a:prstGeom prst="rect">
            <a:avLst/>
          </a:prstGeom>
        </p:spPr>
      </p:pic>
      <p:pic>
        <p:nvPicPr>
          <p:cNvPr id="46" name="SK-25-img-23" descr="preencoded.png">
            <a:extLst>
              <a:ext uri="{FF2B5EF4-FFF2-40B4-BE49-F238E27FC236}">
                <a16:creationId xmlns:a16="http://schemas.microsoft.com/office/drawing/2014/main" id="{29C54148-FBE9-D173-93D5-AF39654B2CF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45805" y="4497586"/>
            <a:ext cx="190500" cy="152400"/>
          </a:xfrm>
          <a:prstGeom prst="rect">
            <a:avLst/>
          </a:prstGeom>
        </p:spPr>
      </p:pic>
      <p:sp>
        <p:nvSpPr>
          <p:cNvPr id="54" name="SK-25-text-28">
            <a:extLst>
              <a:ext uri="{FF2B5EF4-FFF2-40B4-BE49-F238E27FC236}">
                <a16:creationId xmlns:a16="http://schemas.microsoft.com/office/drawing/2014/main" id="{51A3CA9A-4434-4A5D-EF66-196231003CA9}"/>
              </a:ext>
            </a:extLst>
          </p:cNvPr>
          <p:cNvSpPr/>
          <p:nvPr/>
        </p:nvSpPr>
        <p:spPr>
          <a:xfrm>
            <a:off x="952500" y="381000"/>
            <a:ext cx="10553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56" name="SK-25-text-29">
            <a:extLst>
              <a:ext uri="{FF2B5EF4-FFF2-40B4-BE49-F238E27FC236}">
                <a16:creationId xmlns:a16="http://schemas.microsoft.com/office/drawing/2014/main" id="{A791585B-7034-BBF8-0D84-F9B09C5764C5}"/>
              </a:ext>
            </a:extLst>
          </p:cNvPr>
          <p:cNvSpPr/>
          <p:nvPr/>
        </p:nvSpPr>
        <p:spPr>
          <a:xfrm>
            <a:off x="952500" y="657225"/>
            <a:ext cx="11239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Gestion des paiements et suivi financier — CP7</a:t>
            </a:r>
            <a:endParaRPr lang="en-US" sz="2400" dirty="0"/>
          </a:p>
        </p:txBody>
      </p:sp>
      <p:sp>
        <p:nvSpPr>
          <p:cNvPr id="58" name="SK-25-text-30">
            <a:extLst>
              <a:ext uri="{FF2B5EF4-FFF2-40B4-BE49-F238E27FC236}">
                <a16:creationId xmlns:a16="http://schemas.microsoft.com/office/drawing/2014/main" id="{6E5C43A8-42F4-F701-A5C7-721FD6A11390}"/>
              </a:ext>
            </a:extLst>
          </p:cNvPr>
          <p:cNvSpPr/>
          <p:nvPr/>
        </p:nvSpPr>
        <p:spPr>
          <a:xfrm>
            <a:off x="1033462" y="2327970"/>
            <a:ext cx="5715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</a:t>
            </a:r>
            <a:endParaRPr lang="en-US" sz="1050" dirty="0"/>
          </a:p>
        </p:txBody>
      </p:sp>
      <p:sp>
        <p:nvSpPr>
          <p:cNvPr id="60" name="SK-25-text-31">
            <a:extLst>
              <a:ext uri="{FF2B5EF4-FFF2-40B4-BE49-F238E27FC236}">
                <a16:creationId xmlns:a16="http://schemas.microsoft.com/office/drawing/2014/main" id="{EDBA31CE-9AE2-3C6B-0EAF-1B82940861AA}"/>
              </a:ext>
            </a:extLst>
          </p:cNvPr>
          <p:cNvSpPr/>
          <p:nvPr/>
        </p:nvSpPr>
        <p:spPr>
          <a:xfrm>
            <a:off x="2219325" y="2327970"/>
            <a:ext cx="6858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</a:t>
            </a:r>
            <a:endParaRPr lang="en-US" sz="1050" dirty="0"/>
          </a:p>
        </p:txBody>
      </p:sp>
      <p:sp>
        <p:nvSpPr>
          <p:cNvPr id="62" name="SK-25-text-32">
            <a:extLst>
              <a:ext uri="{FF2B5EF4-FFF2-40B4-BE49-F238E27FC236}">
                <a16:creationId xmlns:a16="http://schemas.microsoft.com/office/drawing/2014/main" id="{40703219-5F0E-01A2-4F25-A87FD9510607}"/>
              </a:ext>
            </a:extLst>
          </p:cNvPr>
          <p:cNvSpPr/>
          <p:nvPr/>
        </p:nvSpPr>
        <p:spPr>
          <a:xfrm>
            <a:off x="3562350" y="2327970"/>
            <a:ext cx="4476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Solde</a:t>
            </a:r>
            <a:endParaRPr lang="en-US" sz="1050" dirty="0"/>
          </a:p>
        </p:txBody>
      </p:sp>
      <p:sp>
        <p:nvSpPr>
          <p:cNvPr id="64" name="SK-25-text-33">
            <a:extLst>
              <a:ext uri="{FF2B5EF4-FFF2-40B4-BE49-F238E27FC236}">
                <a16:creationId xmlns:a16="http://schemas.microsoft.com/office/drawing/2014/main" id="{6187452A-A9D2-0BCC-2D22-2735929DE7DA}"/>
              </a:ext>
            </a:extLst>
          </p:cNvPr>
          <p:cNvSpPr/>
          <p:nvPr/>
        </p:nvSpPr>
        <p:spPr>
          <a:xfrm>
            <a:off x="4700588" y="2327970"/>
            <a:ext cx="4667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</a:t>
            </a:r>
            <a:endParaRPr lang="en-US" sz="1050" dirty="0"/>
          </a:p>
        </p:txBody>
      </p:sp>
      <p:sp>
        <p:nvSpPr>
          <p:cNvPr id="66" name="SK-25-text-34">
            <a:extLst>
              <a:ext uri="{FF2B5EF4-FFF2-40B4-BE49-F238E27FC236}">
                <a16:creationId xmlns:a16="http://schemas.microsoft.com/office/drawing/2014/main" id="{BC915DF8-9D53-6923-6F5A-7AEAC579C18E}"/>
              </a:ext>
            </a:extLst>
          </p:cNvPr>
          <p:cNvSpPr/>
          <p:nvPr/>
        </p:nvSpPr>
        <p:spPr>
          <a:xfrm>
            <a:off x="1200150" y="3137595"/>
            <a:ext cx="300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 complet</a:t>
            </a:r>
            <a:endParaRPr lang="en-US" sz="1200" dirty="0"/>
          </a:p>
        </p:txBody>
      </p:sp>
      <p:sp>
        <p:nvSpPr>
          <p:cNvPr id="68" name="SK-25-text-35">
            <a:extLst>
              <a:ext uri="{FF2B5EF4-FFF2-40B4-BE49-F238E27FC236}">
                <a16:creationId xmlns:a16="http://schemas.microsoft.com/office/drawing/2014/main" id="{9CCCF8A1-A731-022F-60B7-54C497306F6D}"/>
              </a:ext>
            </a:extLst>
          </p:cNvPr>
          <p:cNvSpPr/>
          <p:nvPr/>
        </p:nvSpPr>
        <p:spPr>
          <a:xfrm>
            <a:off x="914400" y="3442395"/>
            <a:ext cx="1974205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Passage automatique de la facture au statut "Payée" lorsque le solde atteint zéro.</a:t>
            </a:r>
            <a:endParaRPr lang="en-US" sz="1050" dirty="0"/>
          </a:p>
        </p:txBody>
      </p:sp>
      <p:sp>
        <p:nvSpPr>
          <p:cNvPr id="70" name="SK-25-text-36">
            <a:extLst>
              <a:ext uri="{FF2B5EF4-FFF2-40B4-BE49-F238E27FC236}">
                <a16:creationId xmlns:a16="http://schemas.microsoft.com/office/drawing/2014/main" id="{7A24EF70-97B8-6321-1D4A-06AF9F6E091F}"/>
              </a:ext>
            </a:extLst>
          </p:cNvPr>
          <p:cNvSpPr/>
          <p:nvPr/>
        </p:nvSpPr>
        <p:spPr>
          <a:xfrm>
            <a:off x="3631555" y="3137595"/>
            <a:ext cx="300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 partiel</a:t>
            </a:r>
            <a:endParaRPr lang="en-US" sz="1200" dirty="0"/>
          </a:p>
        </p:txBody>
      </p:sp>
      <p:sp>
        <p:nvSpPr>
          <p:cNvPr id="72" name="SK-25-text-37">
            <a:extLst>
              <a:ext uri="{FF2B5EF4-FFF2-40B4-BE49-F238E27FC236}">
                <a16:creationId xmlns:a16="http://schemas.microsoft.com/office/drawing/2014/main" id="{B04DF741-FD6F-29BD-9794-9844A96CE27B}"/>
              </a:ext>
            </a:extLst>
          </p:cNvPr>
          <p:cNvSpPr/>
          <p:nvPr/>
        </p:nvSpPr>
        <p:spPr>
          <a:xfrm>
            <a:off x="3345805" y="3442395"/>
            <a:ext cx="1974354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fine des acomptes et des règlements multiples pour une même prestation.</a:t>
            </a:r>
            <a:endParaRPr lang="en-US" sz="1050" dirty="0"/>
          </a:p>
        </p:txBody>
      </p:sp>
      <p:sp>
        <p:nvSpPr>
          <p:cNvPr id="74" name="SK-25-text-38">
            <a:extLst>
              <a:ext uri="{FF2B5EF4-FFF2-40B4-BE49-F238E27FC236}">
                <a16:creationId xmlns:a16="http://schemas.microsoft.com/office/drawing/2014/main" id="{8BFD9CDF-1D2A-F12C-3CC9-507080339DBA}"/>
              </a:ext>
            </a:extLst>
          </p:cNvPr>
          <p:cNvSpPr/>
          <p:nvPr/>
        </p:nvSpPr>
        <p:spPr>
          <a:xfrm>
            <a:off x="1200150" y="4459486"/>
            <a:ext cx="245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Reste à payer</a:t>
            </a:r>
            <a:endParaRPr lang="en-US" sz="1200" dirty="0"/>
          </a:p>
        </p:txBody>
      </p:sp>
      <p:sp>
        <p:nvSpPr>
          <p:cNvPr id="76" name="SK-25-text-39">
            <a:extLst>
              <a:ext uri="{FF2B5EF4-FFF2-40B4-BE49-F238E27FC236}">
                <a16:creationId xmlns:a16="http://schemas.microsoft.com/office/drawing/2014/main" id="{D8DAD2B3-C592-3768-7BA6-DA4A8E29D451}"/>
              </a:ext>
            </a:extLst>
          </p:cNvPr>
          <p:cNvSpPr/>
          <p:nvPr/>
        </p:nvSpPr>
        <p:spPr>
          <a:xfrm>
            <a:off x="914400" y="4764286"/>
            <a:ext cx="1974205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 dynamique en temps réel du montant restant dû sur chaque facture client.</a:t>
            </a:r>
            <a:endParaRPr lang="en-US" sz="1050" dirty="0"/>
          </a:p>
        </p:txBody>
      </p:sp>
      <p:sp>
        <p:nvSpPr>
          <p:cNvPr id="78" name="SK-25-text-40">
            <a:extLst>
              <a:ext uri="{FF2B5EF4-FFF2-40B4-BE49-F238E27FC236}">
                <a16:creationId xmlns:a16="http://schemas.microsoft.com/office/drawing/2014/main" id="{8591FEED-B554-3920-BDC8-17700055D37B}"/>
              </a:ext>
            </a:extLst>
          </p:cNvPr>
          <p:cNvSpPr/>
          <p:nvPr/>
        </p:nvSpPr>
        <p:spPr>
          <a:xfrm>
            <a:off x="3631555" y="4459486"/>
            <a:ext cx="3368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5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jour statut</a:t>
            </a:r>
            <a:endParaRPr lang="en-US" sz="1200" dirty="0"/>
          </a:p>
        </p:txBody>
      </p:sp>
      <p:sp>
        <p:nvSpPr>
          <p:cNvPr id="80" name="SK-25-text-41">
            <a:extLst>
              <a:ext uri="{FF2B5EF4-FFF2-40B4-BE49-F238E27FC236}">
                <a16:creationId xmlns:a16="http://schemas.microsoft.com/office/drawing/2014/main" id="{109B38A1-6313-68B4-C457-C27DA78782CF}"/>
              </a:ext>
            </a:extLst>
          </p:cNvPr>
          <p:cNvSpPr/>
          <p:nvPr/>
        </p:nvSpPr>
        <p:spPr>
          <a:xfrm>
            <a:off x="3345805" y="4764286"/>
            <a:ext cx="1974354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Synchronisation immédiate de l'état financier global après chaque enregistrement.</a:t>
            </a:r>
            <a:endParaRPr lang="en-US" sz="105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A8EED7D-08F6-1B4E-7E9F-C794B242139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44236" y="1231351"/>
            <a:ext cx="2991225" cy="230158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C8C12D7-2152-30DB-5B46-1159E191FA1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24959" y="1252997"/>
            <a:ext cx="3166877" cy="226563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B0FD9E3-EAB4-EB0A-3498-3EA1C4BB5A2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5047" y="3747195"/>
            <a:ext cx="5462398" cy="254860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4884E333-F407-26BF-A7DF-F5D3E61D997E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18040"/>
          <a:stretch>
            <a:fillRect/>
          </a:stretch>
        </p:blipFill>
        <p:spPr>
          <a:xfrm>
            <a:off x="4954063" y="5247977"/>
            <a:ext cx="1341791" cy="101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25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6D666C-9164-B29A-C9B0-35FCFC6D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A7FDCC-943C-9B63-8BCA-E44DA2FB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0DA638-80F8-10D6-DB9D-F626144F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26</a:t>
            </a:fld>
            <a:endParaRPr lang="fr-FR"/>
          </a:p>
        </p:txBody>
      </p:sp>
      <p:pic>
        <p:nvPicPr>
          <p:cNvPr id="6" name="SK-26-img-3" descr="preencoded.png">
            <a:extLst>
              <a:ext uri="{FF2B5EF4-FFF2-40B4-BE49-F238E27FC236}">
                <a16:creationId xmlns:a16="http://schemas.microsoft.com/office/drawing/2014/main" id="{00246BFA-B973-311D-4CAC-11AE588E8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6266"/>
            <a:ext cx="11049000" cy="641896"/>
          </a:xfrm>
          <a:prstGeom prst="rect">
            <a:avLst/>
          </a:prstGeom>
        </p:spPr>
      </p:pic>
      <p:pic>
        <p:nvPicPr>
          <p:cNvPr id="8" name="SK-26-img-4" descr="preencoded.png">
            <a:extLst>
              <a:ext uri="{FF2B5EF4-FFF2-40B4-BE49-F238E27FC236}">
                <a16:creationId xmlns:a16="http://schemas.microsoft.com/office/drawing/2014/main" id="{FD5D700E-7217-2123-142E-CA2F12879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44" y="1181104"/>
            <a:ext cx="4297710" cy="933450"/>
          </a:xfrm>
          <a:prstGeom prst="rect">
            <a:avLst/>
          </a:prstGeom>
        </p:spPr>
      </p:pic>
      <p:pic>
        <p:nvPicPr>
          <p:cNvPr id="10" name="SK-26-img-5" descr="preencoded.png">
            <a:extLst>
              <a:ext uri="{FF2B5EF4-FFF2-40B4-BE49-F238E27FC236}">
                <a16:creationId xmlns:a16="http://schemas.microsoft.com/office/drawing/2014/main" id="{394575C4-5AF3-4FBF-5008-E1D5DC578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44" y="1419229"/>
            <a:ext cx="457200" cy="457200"/>
          </a:xfrm>
          <a:prstGeom prst="rect">
            <a:avLst/>
          </a:prstGeom>
        </p:spPr>
      </p:pic>
      <p:pic>
        <p:nvPicPr>
          <p:cNvPr id="12" name="SK-26-img-6" descr="preencoded.png">
            <a:extLst>
              <a:ext uri="{FF2B5EF4-FFF2-40B4-BE49-F238E27FC236}">
                <a16:creationId xmlns:a16="http://schemas.microsoft.com/office/drawing/2014/main" id="{4F37155D-F214-1007-80CF-AD62D86B5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82" y="1552579"/>
            <a:ext cx="238125" cy="190500"/>
          </a:xfrm>
          <a:prstGeom prst="rect">
            <a:avLst/>
          </a:prstGeom>
        </p:spPr>
      </p:pic>
      <p:pic>
        <p:nvPicPr>
          <p:cNvPr id="14" name="SK-26-img-7" descr="preencoded.png">
            <a:extLst>
              <a:ext uri="{FF2B5EF4-FFF2-40B4-BE49-F238E27FC236}">
                <a16:creationId xmlns:a16="http://schemas.microsoft.com/office/drawing/2014/main" id="{161D9156-E2E3-7F6D-3383-21D124FA0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44" y="2266954"/>
            <a:ext cx="4297710" cy="933450"/>
          </a:xfrm>
          <a:prstGeom prst="rect">
            <a:avLst/>
          </a:prstGeom>
        </p:spPr>
      </p:pic>
      <p:pic>
        <p:nvPicPr>
          <p:cNvPr id="16" name="SK-26-img-8" descr="preencoded.png">
            <a:extLst>
              <a:ext uri="{FF2B5EF4-FFF2-40B4-BE49-F238E27FC236}">
                <a16:creationId xmlns:a16="http://schemas.microsoft.com/office/drawing/2014/main" id="{EC49D2A2-40D1-8B74-69C1-B1EC2F2F8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44" y="2505079"/>
            <a:ext cx="457200" cy="457200"/>
          </a:xfrm>
          <a:prstGeom prst="rect">
            <a:avLst/>
          </a:prstGeom>
        </p:spPr>
      </p:pic>
      <p:pic>
        <p:nvPicPr>
          <p:cNvPr id="18" name="SK-26-img-9" descr="preencoded.png">
            <a:extLst>
              <a:ext uri="{FF2B5EF4-FFF2-40B4-BE49-F238E27FC236}">
                <a16:creationId xmlns:a16="http://schemas.microsoft.com/office/drawing/2014/main" id="{75BBC10C-F874-80FD-A490-6889DA2CB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82" y="2638429"/>
            <a:ext cx="238125" cy="190500"/>
          </a:xfrm>
          <a:prstGeom prst="rect">
            <a:avLst/>
          </a:prstGeom>
        </p:spPr>
      </p:pic>
      <p:pic>
        <p:nvPicPr>
          <p:cNvPr id="20" name="SK-26-img-10" descr="preencoded.png">
            <a:extLst>
              <a:ext uri="{FF2B5EF4-FFF2-40B4-BE49-F238E27FC236}">
                <a16:creationId xmlns:a16="http://schemas.microsoft.com/office/drawing/2014/main" id="{F71B3021-86AA-3AF0-D32F-DB5EFE73B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44" y="3352804"/>
            <a:ext cx="4297710" cy="933450"/>
          </a:xfrm>
          <a:prstGeom prst="rect">
            <a:avLst/>
          </a:prstGeom>
        </p:spPr>
      </p:pic>
      <p:pic>
        <p:nvPicPr>
          <p:cNvPr id="22" name="SK-26-img-11" descr="preencoded.png">
            <a:extLst>
              <a:ext uri="{FF2B5EF4-FFF2-40B4-BE49-F238E27FC236}">
                <a16:creationId xmlns:a16="http://schemas.microsoft.com/office/drawing/2014/main" id="{70ED80F2-85EE-D6B9-D964-812CE36AC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44" y="3590929"/>
            <a:ext cx="457200" cy="457200"/>
          </a:xfrm>
          <a:prstGeom prst="rect">
            <a:avLst/>
          </a:prstGeom>
        </p:spPr>
      </p:pic>
      <p:pic>
        <p:nvPicPr>
          <p:cNvPr id="24" name="SK-26-img-12" descr="preencoded.png">
            <a:extLst>
              <a:ext uri="{FF2B5EF4-FFF2-40B4-BE49-F238E27FC236}">
                <a16:creationId xmlns:a16="http://schemas.microsoft.com/office/drawing/2014/main" id="{307D2E24-A8AE-75E4-0600-B55BEF7588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82" y="3724279"/>
            <a:ext cx="238125" cy="190500"/>
          </a:xfrm>
          <a:prstGeom prst="rect">
            <a:avLst/>
          </a:prstGeom>
        </p:spPr>
      </p:pic>
      <p:pic>
        <p:nvPicPr>
          <p:cNvPr id="26" name="SK-26-img-13" descr="preencoded.png">
            <a:extLst>
              <a:ext uri="{FF2B5EF4-FFF2-40B4-BE49-F238E27FC236}">
                <a16:creationId xmlns:a16="http://schemas.microsoft.com/office/drawing/2014/main" id="{8E9BF6A0-3804-18E5-0EB5-D7C6E0BA0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44" y="4438654"/>
            <a:ext cx="4297710" cy="933450"/>
          </a:xfrm>
          <a:prstGeom prst="rect">
            <a:avLst/>
          </a:prstGeom>
        </p:spPr>
      </p:pic>
      <p:pic>
        <p:nvPicPr>
          <p:cNvPr id="28" name="SK-26-img-14" descr="preencoded.png">
            <a:extLst>
              <a:ext uri="{FF2B5EF4-FFF2-40B4-BE49-F238E27FC236}">
                <a16:creationId xmlns:a16="http://schemas.microsoft.com/office/drawing/2014/main" id="{30A70CCE-B1B9-B6D2-2D7C-1CF3610FA0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244" y="4676779"/>
            <a:ext cx="457200" cy="457200"/>
          </a:xfrm>
          <a:prstGeom prst="rect">
            <a:avLst/>
          </a:prstGeom>
        </p:spPr>
      </p:pic>
      <p:pic>
        <p:nvPicPr>
          <p:cNvPr id="30" name="SK-26-img-15" descr="preencoded.png">
            <a:extLst>
              <a:ext uri="{FF2B5EF4-FFF2-40B4-BE49-F238E27FC236}">
                <a16:creationId xmlns:a16="http://schemas.microsoft.com/office/drawing/2014/main" id="{8FBBBB5E-3776-E700-3869-31CBB76EC1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82" y="4810129"/>
            <a:ext cx="238125" cy="190500"/>
          </a:xfrm>
          <a:prstGeom prst="rect">
            <a:avLst/>
          </a:prstGeom>
        </p:spPr>
      </p:pic>
      <p:pic>
        <p:nvPicPr>
          <p:cNvPr id="32" name="SK-26-img-16" descr="preencoded.png">
            <a:extLst>
              <a:ext uri="{FF2B5EF4-FFF2-40B4-BE49-F238E27FC236}">
                <a16:creationId xmlns:a16="http://schemas.microsoft.com/office/drawing/2014/main" id="{B6445A3E-2797-5943-B8E2-5AE5EC130C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844" y="5467455"/>
            <a:ext cx="4297710" cy="887462"/>
          </a:xfrm>
          <a:prstGeom prst="rect">
            <a:avLst/>
          </a:prstGeom>
        </p:spPr>
      </p:pic>
      <p:pic>
        <p:nvPicPr>
          <p:cNvPr id="34" name="SK-26-img-17" descr="preencoded.png">
            <a:extLst>
              <a:ext uri="{FF2B5EF4-FFF2-40B4-BE49-F238E27FC236}">
                <a16:creationId xmlns:a16="http://schemas.microsoft.com/office/drawing/2014/main" id="{CDCE86D4-18B3-1288-EC46-D17CEAE7DA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244" y="5815861"/>
            <a:ext cx="190500" cy="190500"/>
          </a:xfrm>
          <a:prstGeom prst="rect">
            <a:avLst/>
          </a:prstGeom>
        </p:spPr>
      </p:pic>
      <p:sp>
        <p:nvSpPr>
          <p:cNvPr id="44" name="SK-26-text-23">
            <a:extLst>
              <a:ext uri="{FF2B5EF4-FFF2-40B4-BE49-F238E27FC236}">
                <a16:creationId xmlns:a16="http://schemas.microsoft.com/office/drawing/2014/main" id="{61D145FE-B779-184C-2723-0304391A3118}"/>
              </a:ext>
            </a:extLst>
          </p:cNvPr>
          <p:cNvSpPr/>
          <p:nvPr/>
        </p:nvSpPr>
        <p:spPr>
          <a:xfrm>
            <a:off x="762000" y="296266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46" name="SK-26-text-24">
            <a:extLst>
              <a:ext uri="{FF2B5EF4-FFF2-40B4-BE49-F238E27FC236}">
                <a16:creationId xmlns:a16="http://schemas.microsoft.com/office/drawing/2014/main" id="{EA10BCDA-D383-C00B-FDAB-00EF21191FFC}"/>
              </a:ext>
            </a:extLst>
          </p:cNvPr>
          <p:cNvSpPr/>
          <p:nvPr/>
        </p:nvSpPr>
        <p:spPr>
          <a:xfrm>
            <a:off x="762000" y="572491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Génération automatique de PDF — CP7</a:t>
            </a:r>
            <a:endParaRPr lang="en-US" sz="2400" dirty="0"/>
          </a:p>
        </p:txBody>
      </p:sp>
      <p:sp>
        <p:nvSpPr>
          <p:cNvPr id="48" name="SK-26-text-25">
            <a:extLst>
              <a:ext uri="{FF2B5EF4-FFF2-40B4-BE49-F238E27FC236}">
                <a16:creationId xmlns:a16="http://schemas.microsoft.com/office/drawing/2014/main" id="{823EBF27-8C91-08EA-D562-24D0DF14376C}"/>
              </a:ext>
            </a:extLst>
          </p:cNvPr>
          <p:cNvSpPr/>
          <p:nvPr/>
        </p:nvSpPr>
        <p:spPr>
          <a:xfrm>
            <a:off x="1031944" y="1304929"/>
            <a:ext cx="343093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Données métier</a:t>
            </a:r>
            <a:endParaRPr lang="en-US" sz="1350" dirty="0"/>
          </a:p>
        </p:txBody>
      </p:sp>
      <p:sp>
        <p:nvSpPr>
          <p:cNvPr id="50" name="SK-26-text-26">
            <a:extLst>
              <a:ext uri="{FF2B5EF4-FFF2-40B4-BE49-F238E27FC236}">
                <a16:creationId xmlns:a16="http://schemas.microsoft.com/office/drawing/2014/main" id="{4A0D5E11-25B2-3427-32E8-6A9853F364A0}"/>
              </a:ext>
            </a:extLst>
          </p:cNvPr>
          <p:cNvSpPr/>
          <p:nvPr/>
        </p:nvSpPr>
        <p:spPr>
          <a:xfrm>
            <a:off x="1031944" y="1590679"/>
            <a:ext cx="334521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Récupération des informations (client, prestations, totaux) via Sequelize.</a:t>
            </a:r>
            <a:endParaRPr lang="en-US" sz="1125" dirty="0"/>
          </a:p>
        </p:txBody>
      </p:sp>
      <p:sp>
        <p:nvSpPr>
          <p:cNvPr id="52" name="SK-26-text-27">
            <a:extLst>
              <a:ext uri="{FF2B5EF4-FFF2-40B4-BE49-F238E27FC236}">
                <a16:creationId xmlns:a16="http://schemas.microsoft.com/office/drawing/2014/main" id="{09C7E2AB-8EF9-F8B5-34B1-D5192C1894A9}"/>
              </a:ext>
            </a:extLst>
          </p:cNvPr>
          <p:cNvSpPr/>
          <p:nvPr/>
        </p:nvSpPr>
        <p:spPr>
          <a:xfrm>
            <a:off x="1031944" y="2390779"/>
            <a:ext cx="343093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Template HTML</a:t>
            </a:r>
            <a:endParaRPr lang="en-US" sz="1350" dirty="0"/>
          </a:p>
        </p:txBody>
      </p:sp>
      <p:sp>
        <p:nvSpPr>
          <p:cNvPr id="54" name="SK-26-text-28">
            <a:extLst>
              <a:ext uri="{FF2B5EF4-FFF2-40B4-BE49-F238E27FC236}">
                <a16:creationId xmlns:a16="http://schemas.microsoft.com/office/drawing/2014/main" id="{A5A66F23-FA44-102B-FAD1-71C0EBABF8B5}"/>
              </a:ext>
            </a:extLst>
          </p:cNvPr>
          <p:cNvSpPr/>
          <p:nvPr/>
        </p:nvSpPr>
        <p:spPr>
          <a:xfrm>
            <a:off x="1031944" y="2676529"/>
            <a:ext cx="334521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 des données dans un template HTML structuré avec CSS print.</a:t>
            </a:r>
            <a:endParaRPr lang="en-US" sz="1125" dirty="0"/>
          </a:p>
        </p:txBody>
      </p:sp>
      <p:sp>
        <p:nvSpPr>
          <p:cNvPr id="56" name="SK-26-text-29">
            <a:extLst>
              <a:ext uri="{FF2B5EF4-FFF2-40B4-BE49-F238E27FC236}">
                <a16:creationId xmlns:a16="http://schemas.microsoft.com/office/drawing/2014/main" id="{67AEFB4C-6FC5-FCBA-68DA-5492916A6A0D}"/>
              </a:ext>
            </a:extLst>
          </p:cNvPr>
          <p:cNvSpPr/>
          <p:nvPr/>
        </p:nvSpPr>
        <p:spPr>
          <a:xfrm>
            <a:off x="1031944" y="3476629"/>
            <a:ext cx="343093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Puppeteer</a:t>
            </a:r>
            <a:endParaRPr lang="en-US" sz="1350" dirty="0"/>
          </a:p>
        </p:txBody>
      </p:sp>
      <p:sp>
        <p:nvSpPr>
          <p:cNvPr id="58" name="SK-26-text-30">
            <a:extLst>
              <a:ext uri="{FF2B5EF4-FFF2-40B4-BE49-F238E27FC236}">
                <a16:creationId xmlns:a16="http://schemas.microsoft.com/office/drawing/2014/main" id="{85EAC8C3-1361-B923-2D65-2730EC8505B4}"/>
              </a:ext>
            </a:extLst>
          </p:cNvPr>
          <p:cNvSpPr/>
          <p:nvPr/>
        </p:nvSpPr>
        <p:spPr>
          <a:xfrm>
            <a:off x="1031944" y="3762379"/>
            <a:ext cx="334521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Moteur de rendu headless transformant le HTML en PDF haute fidélité.</a:t>
            </a:r>
            <a:endParaRPr lang="en-US" sz="1125" dirty="0"/>
          </a:p>
        </p:txBody>
      </p:sp>
      <p:sp>
        <p:nvSpPr>
          <p:cNvPr id="60" name="SK-26-text-31">
            <a:extLst>
              <a:ext uri="{FF2B5EF4-FFF2-40B4-BE49-F238E27FC236}">
                <a16:creationId xmlns:a16="http://schemas.microsoft.com/office/drawing/2014/main" id="{921FFA75-3DFC-95B4-A60E-B435630BF994}"/>
              </a:ext>
            </a:extLst>
          </p:cNvPr>
          <p:cNvSpPr/>
          <p:nvPr/>
        </p:nvSpPr>
        <p:spPr>
          <a:xfrm>
            <a:off x="1031944" y="4562479"/>
            <a:ext cx="343093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Sortie PDF</a:t>
            </a:r>
            <a:endParaRPr lang="en-US" sz="1350" dirty="0"/>
          </a:p>
        </p:txBody>
      </p:sp>
      <p:sp>
        <p:nvSpPr>
          <p:cNvPr id="62" name="SK-26-text-32">
            <a:extLst>
              <a:ext uri="{FF2B5EF4-FFF2-40B4-BE49-F238E27FC236}">
                <a16:creationId xmlns:a16="http://schemas.microsoft.com/office/drawing/2014/main" id="{C3E206FC-E286-ACA7-285A-53BEBB58A683}"/>
              </a:ext>
            </a:extLst>
          </p:cNvPr>
          <p:cNvSpPr/>
          <p:nvPr/>
        </p:nvSpPr>
        <p:spPr>
          <a:xfrm>
            <a:off x="1031944" y="4848229"/>
            <a:ext cx="334521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du flux binaire pour téléchargement ou envoi direct.</a:t>
            </a:r>
            <a:endParaRPr lang="en-US" sz="1125" dirty="0"/>
          </a:p>
        </p:txBody>
      </p:sp>
      <p:sp>
        <p:nvSpPr>
          <p:cNvPr id="64" name="SK-26-text-33">
            <a:extLst>
              <a:ext uri="{FF2B5EF4-FFF2-40B4-BE49-F238E27FC236}">
                <a16:creationId xmlns:a16="http://schemas.microsoft.com/office/drawing/2014/main" id="{CF09B28B-D70E-ABA3-7EB0-23DA175357CE}"/>
              </a:ext>
            </a:extLst>
          </p:cNvPr>
          <p:cNvSpPr/>
          <p:nvPr/>
        </p:nvSpPr>
        <p:spPr>
          <a:xfrm>
            <a:off x="689044" y="5591280"/>
            <a:ext cx="368811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documents professionnels sont produits automatiquement sans aucune mise en forme manuelle.</a:t>
            </a:r>
            <a:endParaRPr lang="en-US" sz="1200" dirty="0"/>
          </a:p>
        </p:txBody>
      </p:sp>
      <p:pic>
        <p:nvPicPr>
          <p:cNvPr id="76" name="Image 75">
            <a:extLst>
              <a:ext uri="{FF2B5EF4-FFF2-40B4-BE49-F238E27FC236}">
                <a16:creationId xmlns:a16="http://schemas.microsoft.com/office/drawing/2014/main" id="{509737C1-D938-1424-A703-1379C9B100A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5897" y="1155499"/>
            <a:ext cx="3169966" cy="5213760"/>
          </a:xfrm>
          <a:prstGeom prst="rect">
            <a:avLst/>
          </a:prstGeom>
        </p:spPr>
      </p:pic>
      <p:pic>
        <p:nvPicPr>
          <p:cNvPr id="77" name="Image 76">
            <a:extLst>
              <a:ext uri="{FF2B5EF4-FFF2-40B4-BE49-F238E27FC236}">
                <a16:creationId xmlns:a16="http://schemas.microsoft.com/office/drawing/2014/main" id="{44593219-8C57-798A-175A-55E8EDD448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0399" y="277220"/>
            <a:ext cx="2916626" cy="41351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2A93DCB-AD29-C625-12B6-017D5662533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54309" y="2741743"/>
            <a:ext cx="2573307" cy="364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15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6A86972-4955-DD5F-893D-E290F8B4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BBF2FDA-129B-95E5-FD07-040287F4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C955A5-DD8C-0286-E989-80D8D378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27</a:t>
            </a:fld>
            <a:endParaRPr lang="fr-FR"/>
          </a:p>
        </p:txBody>
      </p:sp>
      <p:pic>
        <p:nvPicPr>
          <p:cNvPr id="6" name="SK-27-img-3" descr="preencoded.png">
            <a:extLst>
              <a:ext uri="{FF2B5EF4-FFF2-40B4-BE49-F238E27FC236}">
                <a16:creationId xmlns:a16="http://schemas.microsoft.com/office/drawing/2014/main" id="{57F6E96C-38DE-AFA8-DD82-F5A67C6E7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27-img-4" descr="preencoded.png">
            <a:extLst>
              <a:ext uri="{FF2B5EF4-FFF2-40B4-BE49-F238E27FC236}">
                <a16:creationId xmlns:a16="http://schemas.microsoft.com/office/drawing/2014/main" id="{FDB38005-BA9C-D7C2-4F3A-4C1462E6A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1496"/>
            <a:ext cx="3402623" cy="2409825"/>
          </a:xfrm>
          <a:prstGeom prst="rect">
            <a:avLst/>
          </a:prstGeom>
        </p:spPr>
      </p:pic>
      <p:pic>
        <p:nvPicPr>
          <p:cNvPr id="10" name="SK-27-img-5" descr="preencoded.png">
            <a:extLst>
              <a:ext uri="{FF2B5EF4-FFF2-40B4-BE49-F238E27FC236}">
                <a16:creationId xmlns:a16="http://schemas.microsoft.com/office/drawing/2014/main" id="{B003480E-7E9D-1043-AF42-AC13DDA02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06723"/>
            <a:ext cx="214313" cy="175320"/>
          </a:xfrm>
          <a:prstGeom prst="rect">
            <a:avLst/>
          </a:prstGeom>
        </p:spPr>
      </p:pic>
      <p:pic>
        <p:nvPicPr>
          <p:cNvPr id="12" name="SK-27-img-6" descr="preencoded.png">
            <a:extLst>
              <a:ext uri="{FF2B5EF4-FFF2-40B4-BE49-F238E27FC236}">
                <a16:creationId xmlns:a16="http://schemas.microsoft.com/office/drawing/2014/main" id="{A82379BB-5008-0434-A180-C730758FC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82527"/>
            <a:ext cx="76200" cy="76200"/>
          </a:xfrm>
          <a:prstGeom prst="rect">
            <a:avLst/>
          </a:prstGeom>
        </p:spPr>
      </p:pic>
      <p:pic>
        <p:nvPicPr>
          <p:cNvPr id="14" name="SK-27-img-7" descr="preencoded.png">
            <a:extLst>
              <a:ext uri="{FF2B5EF4-FFF2-40B4-BE49-F238E27FC236}">
                <a16:creationId xmlns:a16="http://schemas.microsoft.com/office/drawing/2014/main" id="{E290E720-E50D-B6A6-DCEE-F2D57A1A6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103983"/>
            <a:ext cx="142875" cy="114300"/>
          </a:xfrm>
          <a:prstGeom prst="rect">
            <a:avLst/>
          </a:prstGeom>
        </p:spPr>
      </p:pic>
      <p:pic>
        <p:nvPicPr>
          <p:cNvPr id="16" name="SK-27-img-8" descr="preencoded.png">
            <a:extLst>
              <a:ext uri="{FF2B5EF4-FFF2-40B4-BE49-F238E27FC236}">
                <a16:creationId xmlns:a16="http://schemas.microsoft.com/office/drawing/2014/main" id="{333DB1B8-81A2-9BF4-AE44-96C94CD431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363539"/>
            <a:ext cx="76200" cy="76200"/>
          </a:xfrm>
          <a:prstGeom prst="rect">
            <a:avLst/>
          </a:prstGeom>
        </p:spPr>
      </p:pic>
      <p:pic>
        <p:nvPicPr>
          <p:cNvPr id="18" name="SK-27-img-9" descr="preencoded.png">
            <a:extLst>
              <a:ext uri="{FF2B5EF4-FFF2-40B4-BE49-F238E27FC236}">
                <a16:creationId xmlns:a16="http://schemas.microsoft.com/office/drawing/2014/main" id="{85070E89-F6AF-6C75-C035-D2B7CE6D41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2584996"/>
            <a:ext cx="142875" cy="114300"/>
          </a:xfrm>
          <a:prstGeom prst="rect">
            <a:avLst/>
          </a:prstGeom>
        </p:spPr>
      </p:pic>
      <p:pic>
        <p:nvPicPr>
          <p:cNvPr id="20" name="SK-27-img-10" descr="preencoded.png">
            <a:extLst>
              <a:ext uri="{FF2B5EF4-FFF2-40B4-BE49-F238E27FC236}">
                <a16:creationId xmlns:a16="http://schemas.microsoft.com/office/drawing/2014/main" id="{7A212C3E-905D-8BBB-882D-9DED7BDB4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44552"/>
            <a:ext cx="76200" cy="76200"/>
          </a:xfrm>
          <a:prstGeom prst="rect">
            <a:avLst/>
          </a:prstGeom>
        </p:spPr>
      </p:pic>
      <p:pic>
        <p:nvPicPr>
          <p:cNvPr id="22" name="SK-27-img-11" descr="preencoded.png">
            <a:extLst>
              <a:ext uri="{FF2B5EF4-FFF2-40B4-BE49-F238E27FC236}">
                <a16:creationId xmlns:a16="http://schemas.microsoft.com/office/drawing/2014/main" id="{EAC3F614-CBCE-80E9-F61A-6CF9D2EB8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3066008"/>
            <a:ext cx="142875" cy="114300"/>
          </a:xfrm>
          <a:prstGeom prst="rect">
            <a:avLst/>
          </a:prstGeom>
        </p:spPr>
      </p:pic>
      <p:pic>
        <p:nvPicPr>
          <p:cNvPr id="24" name="SK-27-img-12" descr="preencoded.png">
            <a:extLst>
              <a:ext uri="{FF2B5EF4-FFF2-40B4-BE49-F238E27FC236}">
                <a16:creationId xmlns:a16="http://schemas.microsoft.com/office/drawing/2014/main" id="{F3120779-E022-01BB-686D-600B0DE010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325564"/>
            <a:ext cx="76200" cy="76200"/>
          </a:xfrm>
          <a:prstGeom prst="rect">
            <a:avLst/>
          </a:prstGeom>
        </p:spPr>
      </p:pic>
      <p:pic>
        <p:nvPicPr>
          <p:cNvPr id="26" name="SK-27-img-13" descr="preencoded.png">
            <a:extLst>
              <a:ext uri="{FF2B5EF4-FFF2-40B4-BE49-F238E27FC236}">
                <a16:creationId xmlns:a16="http://schemas.microsoft.com/office/drawing/2014/main" id="{F059D988-2121-26DB-A46E-326FC61AA9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0017" y="394783"/>
            <a:ext cx="3035048" cy="5773807"/>
          </a:xfrm>
          <a:prstGeom prst="rect">
            <a:avLst/>
          </a:prstGeom>
        </p:spPr>
      </p:pic>
      <p:pic>
        <p:nvPicPr>
          <p:cNvPr id="28" name="SK-27-img-14" descr="preencoded.png">
            <a:extLst>
              <a:ext uri="{FF2B5EF4-FFF2-40B4-BE49-F238E27FC236}">
                <a16:creationId xmlns:a16="http://schemas.microsoft.com/office/drawing/2014/main" id="{9FEE75B9-B3A7-03F2-8B97-2ACB44A16E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0715" y="619513"/>
            <a:ext cx="214313" cy="175320"/>
          </a:xfrm>
          <a:prstGeom prst="rect">
            <a:avLst/>
          </a:prstGeom>
        </p:spPr>
      </p:pic>
      <p:pic>
        <p:nvPicPr>
          <p:cNvPr id="32" name="SK-27-img-16" descr="preencoded.png">
            <a:extLst>
              <a:ext uri="{FF2B5EF4-FFF2-40B4-BE49-F238E27FC236}">
                <a16:creationId xmlns:a16="http://schemas.microsoft.com/office/drawing/2014/main" id="{B3CEF884-5653-0533-8FD1-1876E1DF8A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8423" y="1270091"/>
            <a:ext cx="4328175" cy="2409825"/>
          </a:xfrm>
          <a:prstGeom prst="rect">
            <a:avLst/>
          </a:prstGeom>
        </p:spPr>
      </p:pic>
      <p:pic>
        <p:nvPicPr>
          <p:cNvPr id="34" name="SK-27-img-17" descr="preencoded.png">
            <a:extLst>
              <a:ext uri="{FF2B5EF4-FFF2-40B4-BE49-F238E27FC236}">
                <a16:creationId xmlns:a16="http://schemas.microsoft.com/office/drawing/2014/main" id="{CCB20E21-EAB9-4F86-0FF6-BF6A24145B6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02722" y="1425319"/>
            <a:ext cx="214313" cy="175320"/>
          </a:xfrm>
          <a:prstGeom prst="rect">
            <a:avLst/>
          </a:prstGeom>
        </p:spPr>
      </p:pic>
      <p:pic>
        <p:nvPicPr>
          <p:cNvPr id="40" name="SK-27-img-20" descr="preencoded.png">
            <a:extLst>
              <a:ext uri="{FF2B5EF4-FFF2-40B4-BE49-F238E27FC236}">
                <a16:creationId xmlns:a16="http://schemas.microsoft.com/office/drawing/2014/main" id="{738E3112-8550-B783-8D6E-CABB507968B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835143"/>
            <a:ext cx="7845098" cy="2190750"/>
          </a:xfrm>
          <a:prstGeom prst="rect">
            <a:avLst/>
          </a:prstGeom>
        </p:spPr>
      </p:pic>
      <p:pic>
        <p:nvPicPr>
          <p:cNvPr id="42" name="SK-27-img-21" descr="preencoded.png">
            <a:extLst>
              <a:ext uri="{FF2B5EF4-FFF2-40B4-BE49-F238E27FC236}">
                <a16:creationId xmlns:a16="http://schemas.microsoft.com/office/drawing/2014/main" id="{E08181EF-71E9-98E4-2294-BF55F505D8F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990371"/>
            <a:ext cx="214313" cy="175320"/>
          </a:xfrm>
          <a:prstGeom prst="rect">
            <a:avLst/>
          </a:prstGeom>
        </p:spPr>
      </p:pic>
      <p:sp>
        <p:nvSpPr>
          <p:cNvPr id="58" name="SK-27-text-30">
            <a:extLst>
              <a:ext uri="{FF2B5EF4-FFF2-40B4-BE49-F238E27FC236}">
                <a16:creationId xmlns:a16="http://schemas.microsoft.com/office/drawing/2014/main" id="{4CC07231-B8A1-9DCA-9E4D-D8B40B2E57AB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60" name="SK-27-text-31">
            <a:extLst>
              <a:ext uri="{FF2B5EF4-FFF2-40B4-BE49-F238E27FC236}">
                <a16:creationId xmlns:a16="http://schemas.microsoft.com/office/drawing/2014/main" id="{1709FE55-2335-397C-1FEE-592E76419D74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Module statistiques et analyse métier — CP7</a:t>
            </a:r>
            <a:endParaRPr lang="en-US" sz="2400" dirty="0"/>
          </a:p>
        </p:txBody>
      </p:sp>
      <p:sp>
        <p:nvSpPr>
          <p:cNvPr id="62" name="SK-27-text-32">
            <a:extLst>
              <a:ext uri="{FF2B5EF4-FFF2-40B4-BE49-F238E27FC236}">
                <a16:creationId xmlns:a16="http://schemas.microsoft.com/office/drawing/2014/main" id="{F57E2AFD-0233-8BC0-DC4D-F192148EA490}"/>
              </a:ext>
            </a:extLst>
          </p:cNvPr>
          <p:cNvSpPr/>
          <p:nvPr/>
        </p:nvSpPr>
        <p:spPr>
          <a:xfrm>
            <a:off x="976312" y="1365796"/>
            <a:ext cx="65836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Logique d'Agrégation des Données</a:t>
            </a:r>
            <a:endParaRPr lang="en-US" sz="1350" dirty="0"/>
          </a:p>
        </p:txBody>
      </p:sp>
      <p:sp>
        <p:nvSpPr>
          <p:cNvPr id="64" name="SK-27-text-33">
            <a:extLst>
              <a:ext uri="{FF2B5EF4-FFF2-40B4-BE49-F238E27FC236}">
                <a16:creationId xmlns:a16="http://schemas.microsoft.com/office/drawing/2014/main" id="{8221D22E-8DAB-BF48-B353-67C49D4D86C4}"/>
              </a:ext>
            </a:extLst>
          </p:cNvPr>
          <p:cNvSpPr/>
          <p:nvPr/>
        </p:nvSpPr>
        <p:spPr>
          <a:xfrm>
            <a:off x="876300" y="1813471"/>
            <a:ext cx="3676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MySQL</a:t>
            </a:r>
            <a:endParaRPr lang="en-US" sz="1125" dirty="0"/>
          </a:p>
        </p:txBody>
      </p:sp>
      <p:sp>
        <p:nvSpPr>
          <p:cNvPr id="66" name="SK-27-text-34">
            <a:extLst>
              <a:ext uri="{FF2B5EF4-FFF2-40B4-BE49-F238E27FC236}">
                <a16:creationId xmlns:a16="http://schemas.microsoft.com/office/drawing/2014/main" id="{4C3209FF-1E5D-187A-B4B1-C853CC073DD3}"/>
              </a:ext>
            </a:extLst>
          </p:cNvPr>
          <p:cNvSpPr/>
          <p:nvPr/>
        </p:nvSpPr>
        <p:spPr>
          <a:xfrm>
            <a:off x="876300" y="2294483"/>
            <a:ext cx="60769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Agrégations Sequelize (COUNT / SUM)</a:t>
            </a:r>
            <a:endParaRPr lang="en-US" sz="1125" dirty="0"/>
          </a:p>
        </p:txBody>
      </p:sp>
      <p:sp>
        <p:nvSpPr>
          <p:cNvPr id="68" name="SK-27-text-35">
            <a:extLst>
              <a:ext uri="{FF2B5EF4-FFF2-40B4-BE49-F238E27FC236}">
                <a16:creationId xmlns:a16="http://schemas.microsoft.com/office/drawing/2014/main" id="{7CDFA3B7-D2D3-5E93-511B-4E6BF394F1CB}"/>
              </a:ext>
            </a:extLst>
          </p:cNvPr>
          <p:cNvSpPr/>
          <p:nvPr/>
        </p:nvSpPr>
        <p:spPr>
          <a:xfrm>
            <a:off x="876300" y="2775496"/>
            <a:ext cx="4191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Contrôleur Express (API)</a:t>
            </a:r>
            <a:endParaRPr lang="en-US" sz="1125" dirty="0"/>
          </a:p>
        </p:txBody>
      </p:sp>
      <p:sp>
        <p:nvSpPr>
          <p:cNvPr id="70" name="SK-27-text-36">
            <a:extLst>
              <a:ext uri="{FF2B5EF4-FFF2-40B4-BE49-F238E27FC236}">
                <a16:creationId xmlns:a16="http://schemas.microsoft.com/office/drawing/2014/main" id="{E841FC6F-51A2-DC1B-1D11-001BF7D918C8}"/>
              </a:ext>
            </a:extLst>
          </p:cNvPr>
          <p:cNvSpPr/>
          <p:nvPr/>
        </p:nvSpPr>
        <p:spPr>
          <a:xfrm>
            <a:off x="876300" y="3256508"/>
            <a:ext cx="52197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Statistiques (Frontend)</a:t>
            </a:r>
            <a:endParaRPr lang="en-US" sz="1125" dirty="0"/>
          </a:p>
        </p:txBody>
      </p:sp>
      <p:sp>
        <p:nvSpPr>
          <p:cNvPr id="72" name="SK-27-text-37">
            <a:extLst>
              <a:ext uri="{FF2B5EF4-FFF2-40B4-BE49-F238E27FC236}">
                <a16:creationId xmlns:a16="http://schemas.microsoft.com/office/drawing/2014/main" id="{288F999B-10CB-BBBC-A8B3-AA059D710F47}"/>
              </a:ext>
            </a:extLst>
          </p:cNvPr>
          <p:cNvSpPr/>
          <p:nvPr/>
        </p:nvSpPr>
        <p:spPr>
          <a:xfrm>
            <a:off x="9291227" y="578586"/>
            <a:ext cx="51435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Logique Backend (Extrait)</a:t>
            </a:r>
            <a:endParaRPr lang="en-US" sz="1350" dirty="0"/>
          </a:p>
        </p:txBody>
      </p:sp>
      <p:sp>
        <p:nvSpPr>
          <p:cNvPr id="76" name="SK-27-text-39">
            <a:extLst>
              <a:ext uri="{FF2B5EF4-FFF2-40B4-BE49-F238E27FC236}">
                <a16:creationId xmlns:a16="http://schemas.microsoft.com/office/drawing/2014/main" id="{8A6AE869-52FD-DD92-D4CB-7BECA4C0D0ED}"/>
              </a:ext>
            </a:extLst>
          </p:cNvPr>
          <p:cNvSpPr/>
          <p:nvPr/>
        </p:nvSpPr>
        <p:spPr>
          <a:xfrm>
            <a:off x="4493234" y="1384392"/>
            <a:ext cx="56318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Interface de Visualisation</a:t>
            </a:r>
            <a:endParaRPr lang="en-US" sz="1350" dirty="0"/>
          </a:p>
        </p:txBody>
      </p:sp>
      <p:sp>
        <p:nvSpPr>
          <p:cNvPr id="80" name="SK-27-text-41">
            <a:extLst>
              <a:ext uri="{FF2B5EF4-FFF2-40B4-BE49-F238E27FC236}">
                <a16:creationId xmlns:a16="http://schemas.microsoft.com/office/drawing/2014/main" id="{4E4CE0A7-7306-CFAD-3E7F-EF1EC687C67A}"/>
              </a:ext>
            </a:extLst>
          </p:cNvPr>
          <p:cNvSpPr/>
          <p:nvPr/>
        </p:nvSpPr>
        <p:spPr>
          <a:xfrm>
            <a:off x="976312" y="3949443"/>
            <a:ext cx="57607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Indicateurs Métier Monitorés</a:t>
            </a:r>
            <a:endParaRPr lang="en-US" sz="135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B73C816-0C26-D4A3-5369-784EFEAE2EB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41675" y="1693113"/>
            <a:ext cx="3944049" cy="189432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493555C-31F8-3A2B-E8D3-8A6A49C3C57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93975" y="4570940"/>
            <a:ext cx="5631806" cy="90269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C29A060-7F0D-B0FC-B729-A2133E1E51D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88630" y="946394"/>
            <a:ext cx="2366978" cy="496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5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677006-DDAA-6887-752A-B05D8AA9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A6AF18C-5331-58DD-F0F0-8F3B259B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6151" y="6180583"/>
            <a:ext cx="1635086" cy="232990"/>
          </a:xfrm>
        </p:spPr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86EAF9-5A2E-5BC8-D0E7-A2C6B7FE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28</a:t>
            </a:fld>
            <a:endParaRPr lang="fr-FR"/>
          </a:p>
        </p:txBody>
      </p:sp>
      <p:pic>
        <p:nvPicPr>
          <p:cNvPr id="6" name="SK-28-img-3" descr="preencoded.png">
            <a:extLst>
              <a:ext uri="{FF2B5EF4-FFF2-40B4-BE49-F238E27FC236}">
                <a16:creationId xmlns:a16="http://schemas.microsoft.com/office/drawing/2014/main" id="{7FBC6390-E081-22EE-FDD4-D011D0411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sp>
        <p:nvSpPr>
          <p:cNvPr id="50" name="SK-28-text-26">
            <a:extLst>
              <a:ext uri="{FF2B5EF4-FFF2-40B4-BE49-F238E27FC236}">
                <a16:creationId xmlns:a16="http://schemas.microsoft.com/office/drawing/2014/main" id="{46C8DA40-051C-A508-4D49-6B90D0003A9D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52" name="SK-28-text-27">
            <a:extLst>
              <a:ext uri="{FF2B5EF4-FFF2-40B4-BE49-F238E27FC236}">
                <a16:creationId xmlns:a16="http://schemas.microsoft.com/office/drawing/2014/main" id="{3A88DEA7-9BA8-90D8-0CEF-77F1A64DDD8C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Déploiement de l'application</a:t>
            </a:r>
            <a:endParaRPr lang="en-US" sz="2400" dirty="0"/>
          </a:p>
        </p:txBody>
      </p:sp>
      <p:pic>
        <p:nvPicPr>
          <p:cNvPr id="498" name="SK-28-img-5" descr="preencoded.png">
            <a:extLst>
              <a:ext uri="{FF2B5EF4-FFF2-40B4-BE49-F238E27FC236}">
                <a16:creationId xmlns:a16="http://schemas.microsoft.com/office/drawing/2014/main" id="{970A9170-9332-3A94-5B24-45054F3B9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75" y="1329649"/>
            <a:ext cx="6053525" cy="4467191"/>
          </a:xfrm>
          <a:prstGeom prst="rect">
            <a:avLst/>
          </a:prstGeom>
        </p:spPr>
      </p:pic>
      <p:pic>
        <p:nvPicPr>
          <p:cNvPr id="500" name="SK-28-img-6" descr="preencoded.png">
            <a:extLst>
              <a:ext uri="{FF2B5EF4-FFF2-40B4-BE49-F238E27FC236}">
                <a16:creationId xmlns:a16="http://schemas.microsoft.com/office/drawing/2014/main" id="{D6CB332E-0E2E-31D1-4CED-CEBC50AFD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168" y="1972634"/>
            <a:ext cx="702722" cy="702722"/>
          </a:xfrm>
          <a:prstGeom prst="rect">
            <a:avLst/>
          </a:prstGeom>
        </p:spPr>
      </p:pic>
      <p:pic>
        <p:nvPicPr>
          <p:cNvPr id="502" name="SK-28-img-7" descr="preencoded.png">
            <a:extLst>
              <a:ext uri="{FF2B5EF4-FFF2-40B4-BE49-F238E27FC236}">
                <a16:creationId xmlns:a16="http://schemas.microsoft.com/office/drawing/2014/main" id="{9D9D7321-38F3-9C2E-B114-12B657771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718" y="2200044"/>
            <a:ext cx="219600" cy="178425"/>
          </a:xfrm>
          <a:prstGeom prst="rect">
            <a:avLst/>
          </a:prstGeom>
        </p:spPr>
      </p:pic>
      <p:pic>
        <p:nvPicPr>
          <p:cNvPr id="504" name="SK-28-img-8" descr="preencoded.png">
            <a:extLst>
              <a:ext uri="{FF2B5EF4-FFF2-40B4-BE49-F238E27FC236}">
                <a16:creationId xmlns:a16="http://schemas.microsoft.com/office/drawing/2014/main" id="{8F241938-3079-FB6A-DD74-89C069590D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7465" y="2192941"/>
            <a:ext cx="219600" cy="179626"/>
          </a:xfrm>
          <a:prstGeom prst="rect">
            <a:avLst/>
          </a:prstGeom>
        </p:spPr>
      </p:pic>
      <p:pic>
        <p:nvPicPr>
          <p:cNvPr id="506" name="SK-28-img-9" descr="preencoded.png">
            <a:extLst>
              <a:ext uri="{FF2B5EF4-FFF2-40B4-BE49-F238E27FC236}">
                <a16:creationId xmlns:a16="http://schemas.microsoft.com/office/drawing/2014/main" id="{E8079B15-2F1C-CF4A-732D-9C09CF4AD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4192" y="1950874"/>
            <a:ext cx="702722" cy="702722"/>
          </a:xfrm>
          <a:prstGeom prst="rect">
            <a:avLst/>
          </a:prstGeom>
        </p:spPr>
      </p:pic>
      <p:pic>
        <p:nvPicPr>
          <p:cNvPr id="508" name="SK-28-img-10" descr="preencoded.png">
            <a:extLst>
              <a:ext uri="{FF2B5EF4-FFF2-40B4-BE49-F238E27FC236}">
                <a16:creationId xmlns:a16="http://schemas.microsoft.com/office/drawing/2014/main" id="{91448F3D-EC4D-C18E-68B5-11CAB99BB9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3743" y="2178284"/>
            <a:ext cx="219600" cy="178425"/>
          </a:xfrm>
          <a:prstGeom prst="rect">
            <a:avLst/>
          </a:prstGeom>
        </p:spPr>
      </p:pic>
      <p:pic>
        <p:nvPicPr>
          <p:cNvPr id="510" name="SK-28-img-11" descr="preencoded.png">
            <a:extLst>
              <a:ext uri="{FF2B5EF4-FFF2-40B4-BE49-F238E27FC236}">
                <a16:creationId xmlns:a16="http://schemas.microsoft.com/office/drawing/2014/main" id="{1764EDAE-208B-E9F4-E2AE-836E84683A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6140" y="2261989"/>
            <a:ext cx="219600" cy="179626"/>
          </a:xfrm>
          <a:prstGeom prst="rect">
            <a:avLst/>
          </a:prstGeom>
        </p:spPr>
      </p:pic>
      <p:pic>
        <p:nvPicPr>
          <p:cNvPr id="512" name="SK-28-img-12" descr="preencoded.png">
            <a:extLst>
              <a:ext uri="{FF2B5EF4-FFF2-40B4-BE49-F238E27FC236}">
                <a16:creationId xmlns:a16="http://schemas.microsoft.com/office/drawing/2014/main" id="{13BB96C4-F0CA-EEE8-1924-30967B70B7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9624" y="1978966"/>
            <a:ext cx="702722" cy="702722"/>
          </a:xfrm>
          <a:prstGeom prst="rect">
            <a:avLst/>
          </a:prstGeom>
        </p:spPr>
      </p:pic>
      <p:pic>
        <p:nvPicPr>
          <p:cNvPr id="514" name="SK-28-img-13" descr="preencoded.png">
            <a:extLst>
              <a:ext uri="{FF2B5EF4-FFF2-40B4-BE49-F238E27FC236}">
                <a16:creationId xmlns:a16="http://schemas.microsoft.com/office/drawing/2014/main" id="{8235CE62-30A6-09A3-122B-AD5F7EFA08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2791" y="2242498"/>
            <a:ext cx="219600" cy="178425"/>
          </a:xfrm>
          <a:prstGeom prst="rect">
            <a:avLst/>
          </a:prstGeom>
        </p:spPr>
      </p:pic>
      <p:pic>
        <p:nvPicPr>
          <p:cNvPr id="516" name="SK-28-img-14" descr="preencoded.png">
            <a:extLst>
              <a:ext uri="{FF2B5EF4-FFF2-40B4-BE49-F238E27FC236}">
                <a16:creationId xmlns:a16="http://schemas.microsoft.com/office/drawing/2014/main" id="{6EAE8EAF-91A9-18C3-392C-B275ADC5FB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10571" y="3152835"/>
            <a:ext cx="247052" cy="202102"/>
          </a:xfrm>
          <a:prstGeom prst="rect">
            <a:avLst/>
          </a:prstGeom>
        </p:spPr>
      </p:pic>
      <p:pic>
        <p:nvPicPr>
          <p:cNvPr id="518" name="SK-28-img-15" descr="preencoded.png">
            <a:extLst>
              <a:ext uri="{FF2B5EF4-FFF2-40B4-BE49-F238E27FC236}">
                <a16:creationId xmlns:a16="http://schemas.microsoft.com/office/drawing/2014/main" id="{3D8235BE-5FF1-E68D-CA05-7A55042821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35111" y="3606078"/>
            <a:ext cx="702722" cy="702722"/>
          </a:xfrm>
          <a:prstGeom prst="rect">
            <a:avLst/>
          </a:prstGeom>
        </p:spPr>
      </p:pic>
      <p:pic>
        <p:nvPicPr>
          <p:cNvPr id="520" name="SK-28-img-16" descr="preencoded.png">
            <a:extLst>
              <a:ext uri="{FF2B5EF4-FFF2-40B4-BE49-F238E27FC236}">
                <a16:creationId xmlns:a16="http://schemas.microsoft.com/office/drawing/2014/main" id="{D3CBB6FF-BBFC-45AE-F7F1-0BB2973CB71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4661" y="3833488"/>
            <a:ext cx="219600" cy="178425"/>
          </a:xfrm>
          <a:prstGeom prst="rect">
            <a:avLst/>
          </a:prstGeom>
        </p:spPr>
      </p:pic>
      <p:pic>
        <p:nvPicPr>
          <p:cNvPr id="522" name="SK-28-img-17" descr="preencoded.png">
            <a:extLst>
              <a:ext uri="{FF2B5EF4-FFF2-40B4-BE49-F238E27FC236}">
                <a16:creationId xmlns:a16="http://schemas.microsoft.com/office/drawing/2014/main" id="{28EF54C5-688C-38FF-8A9D-432FA456C7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06693" y="3794681"/>
            <a:ext cx="219600" cy="179626"/>
          </a:xfrm>
          <a:prstGeom prst="rect">
            <a:avLst/>
          </a:prstGeom>
        </p:spPr>
      </p:pic>
      <p:pic>
        <p:nvPicPr>
          <p:cNvPr id="524" name="SK-28-img-18" descr="preencoded.png">
            <a:extLst>
              <a:ext uri="{FF2B5EF4-FFF2-40B4-BE49-F238E27FC236}">
                <a16:creationId xmlns:a16="http://schemas.microsoft.com/office/drawing/2014/main" id="{F3532BDF-A71C-D9DE-5ED2-F9214248430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0862" y="3551604"/>
            <a:ext cx="702722" cy="702722"/>
          </a:xfrm>
          <a:prstGeom prst="rect">
            <a:avLst/>
          </a:prstGeom>
        </p:spPr>
      </p:pic>
      <p:pic>
        <p:nvPicPr>
          <p:cNvPr id="526" name="SK-28-img-19" descr="preencoded.png">
            <a:extLst>
              <a:ext uri="{FF2B5EF4-FFF2-40B4-BE49-F238E27FC236}">
                <a16:creationId xmlns:a16="http://schemas.microsoft.com/office/drawing/2014/main" id="{4E10407A-45CC-E7EC-6673-8D819725072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10412" y="3779014"/>
            <a:ext cx="219600" cy="178425"/>
          </a:xfrm>
          <a:prstGeom prst="rect">
            <a:avLst/>
          </a:prstGeom>
        </p:spPr>
      </p:pic>
      <p:sp>
        <p:nvSpPr>
          <p:cNvPr id="528" name="SK-28-text-44">
            <a:extLst>
              <a:ext uri="{FF2B5EF4-FFF2-40B4-BE49-F238E27FC236}">
                <a16:creationId xmlns:a16="http://schemas.microsoft.com/office/drawing/2014/main" id="{4216307C-07C8-AA79-C1FE-2327A58D7BEB}"/>
              </a:ext>
            </a:extLst>
          </p:cNvPr>
          <p:cNvSpPr/>
          <p:nvPr/>
        </p:nvSpPr>
        <p:spPr>
          <a:xfrm>
            <a:off x="1434067" y="2658433"/>
            <a:ext cx="695259" cy="214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D1B4D"/>
                </a:solidFill>
              </a:rPr>
              <a:t>Utilisateur</a:t>
            </a:r>
            <a:endParaRPr lang="en-US" sz="975" dirty="0"/>
          </a:p>
        </p:txBody>
      </p:sp>
      <p:sp>
        <p:nvSpPr>
          <p:cNvPr id="530" name="SK-28-text-45">
            <a:extLst>
              <a:ext uri="{FF2B5EF4-FFF2-40B4-BE49-F238E27FC236}">
                <a16:creationId xmlns:a16="http://schemas.microsoft.com/office/drawing/2014/main" id="{6CA6F123-3026-A239-EBFC-C5F13D7A9D47}"/>
              </a:ext>
            </a:extLst>
          </p:cNvPr>
          <p:cNvSpPr/>
          <p:nvPr/>
        </p:nvSpPr>
        <p:spPr>
          <a:xfrm>
            <a:off x="1425561" y="2852889"/>
            <a:ext cx="685603" cy="1976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Navigateur</a:t>
            </a:r>
            <a:endParaRPr lang="en-US" sz="900" dirty="0"/>
          </a:p>
        </p:txBody>
      </p:sp>
      <p:sp>
        <p:nvSpPr>
          <p:cNvPr id="532" name="SK-28-text-46">
            <a:extLst>
              <a:ext uri="{FF2B5EF4-FFF2-40B4-BE49-F238E27FC236}">
                <a16:creationId xmlns:a16="http://schemas.microsoft.com/office/drawing/2014/main" id="{4C2E1AE1-003A-3BFC-3483-E1E98916928F}"/>
              </a:ext>
            </a:extLst>
          </p:cNvPr>
          <p:cNvSpPr/>
          <p:nvPr/>
        </p:nvSpPr>
        <p:spPr>
          <a:xfrm>
            <a:off x="2233164" y="2386864"/>
            <a:ext cx="424881" cy="1811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</a:t>
            </a:r>
            <a:endParaRPr lang="en-US" sz="825" dirty="0"/>
          </a:p>
        </p:txBody>
      </p:sp>
      <p:sp>
        <p:nvSpPr>
          <p:cNvPr id="534" name="SK-28-text-47">
            <a:extLst>
              <a:ext uri="{FF2B5EF4-FFF2-40B4-BE49-F238E27FC236}">
                <a16:creationId xmlns:a16="http://schemas.microsoft.com/office/drawing/2014/main" id="{9E3F552B-4631-27DB-3D5B-51D1EA492D77}"/>
              </a:ext>
            </a:extLst>
          </p:cNvPr>
          <p:cNvSpPr/>
          <p:nvPr/>
        </p:nvSpPr>
        <p:spPr>
          <a:xfrm>
            <a:off x="2967055" y="2636673"/>
            <a:ext cx="531101" cy="214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D1B4D"/>
                </a:solidFill>
              </a:rPr>
              <a:t>Render</a:t>
            </a:r>
            <a:endParaRPr lang="en-US" sz="975" dirty="0"/>
          </a:p>
        </p:txBody>
      </p:sp>
      <p:sp>
        <p:nvSpPr>
          <p:cNvPr id="536" name="SK-28-text-48">
            <a:extLst>
              <a:ext uri="{FF2B5EF4-FFF2-40B4-BE49-F238E27FC236}">
                <a16:creationId xmlns:a16="http://schemas.microsoft.com/office/drawing/2014/main" id="{4CFC064E-0282-AE16-FE99-0543F76469A7}"/>
              </a:ext>
            </a:extLst>
          </p:cNvPr>
          <p:cNvSpPr/>
          <p:nvPr/>
        </p:nvSpPr>
        <p:spPr>
          <a:xfrm>
            <a:off x="2715660" y="2831129"/>
            <a:ext cx="1013920" cy="1976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/ Express</a:t>
            </a:r>
            <a:endParaRPr lang="en-US" sz="900" dirty="0"/>
          </a:p>
        </p:txBody>
      </p:sp>
      <p:sp>
        <p:nvSpPr>
          <p:cNvPr id="538" name="SK-28-text-49">
            <a:extLst>
              <a:ext uri="{FF2B5EF4-FFF2-40B4-BE49-F238E27FC236}">
                <a16:creationId xmlns:a16="http://schemas.microsoft.com/office/drawing/2014/main" id="{87B6E618-E8D7-B076-3D99-D0B7678C07E9}"/>
              </a:ext>
            </a:extLst>
          </p:cNvPr>
          <p:cNvSpPr/>
          <p:nvPr/>
        </p:nvSpPr>
        <p:spPr>
          <a:xfrm>
            <a:off x="3902765" y="2455912"/>
            <a:ext cx="869074" cy="1811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/ Sequelize</a:t>
            </a:r>
            <a:endParaRPr lang="en-US" sz="825" dirty="0"/>
          </a:p>
        </p:txBody>
      </p:sp>
      <p:sp>
        <p:nvSpPr>
          <p:cNvPr id="540" name="SK-28-text-50">
            <a:extLst>
              <a:ext uri="{FF2B5EF4-FFF2-40B4-BE49-F238E27FC236}">
                <a16:creationId xmlns:a16="http://schemas.microsoft.com/office/drawing/2014/main" id="{4AA8954F-9DC3-D9BE-0222-8E8420A1E8FE}"/>
              </a:ext>
            </a:extLst>
          </p:cNvPr>
          <p:cNvSpPr/>
          <p:nvPr/>
        </p:nvSpPr>
        <p:spPr>
          <a:xfrm>
            <a:off x="4932500" y="2665218"/>
            <a:ext cx="415224" cy="214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D1B4D"/>
                </a:solidFill>
              </a:rPr>
              <a:t>Aiven</a:t>
            </a:r>
            <a:endParaRPr lang="en-US" sz="975" dirty="0"/>
          </a:p>
        </p:txBody>
      </p:sp>
      <p:sp>
        <p:nvSpPr>
          <p:cNvPr id="542" name="SK-28-text-51">
            <a:extLst>
              <a:ext uri="{FF2B5EF4-FFF2-40B4-BE49-F238E27FC236}">
                <a16:creationId xmlns:a16="http://schemas.microsoft.com/office/drawing/2014/main" id="{3D0AA881-DC9B-F60F-7309-D29EA5E4C666}"/>
              </a:ext>
            </a:extLst>
          </p:cNvPr>
          <p:cNvSpPr/>
          <p:nvPr/>
        </p:nvSpPr>
        <p:spPr>
          <a:xfrm>
            <a:off x="4724888" y="2805410"/>
            <a:ext cx="830449" cy="1976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Cloud</a:t>
            </a:r>
            <a:endParaRPr lang="en-US" sz="900" dirty="0"/>
          </a:p>
        </p:txBody>
      </p:sp>
      <p:sp>
        <p:nvSpPr>
          <p:cNvPr id="544" name="SK-28-text-52">
            <a:extLst>
              <a:ext uri="{FF2B5EF4-FFF2-40B4-BE49-F238E27FC236}">
                <a16:creationId xmlns:a16="http://schemas.microsoft.com/office/drawing/2014/main" id="{C18A89E7-C1E8-7D24-EDBD-04395F71C082}"/>
              </a:ext>
            </a:extLst>
          </p:cNvPr>
          <p:cNvSpPr/>
          <p:nvPr/>
        </p:nvSpPr>
        <p:spPr>
          <a:xfrm>
            <a:off x="2717665" y="3366255"/>
            <a:ext cx="1013920" cy="1811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dirty="0">
                <a:solidFill>
                  <a:srgbClr val="1987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Auto-déploiement</a:t>
            </a:r>
            <a:endParaRPr lang="en-US" sz="825" dirty="0"/>
          </a:p>
        </p:txBody>
      </p:sp>
      <p:sp>
        <p:nvSpPr>
          <p:cNvPr id="546" name="SK-28-text-53">
            <a:extLst>
              <a:ext uri="{FF2B5EF4-FFF2-40B4-BE49-F238E27FC236}">
                <a16:creationId xmlns:a16="http://schemas.microsoft.com/office/drawing/2014/main" id="{6028BFD4-2657-2506-4837-8A26DED926A8}"/>
              </a:ext>
            </a:extLst>
          </p:cNvPr>
          <p:cNvSpPr/>
          <p:nvPr/>
        </p:nvSpPr>
        <p:spPr>
          <a:xfrm>
            <a:off x="2882736" y="4291877"/>
            <a:ext cx="521444" cy="214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D1B4D"/>
                </a:solidFill>
              </a:rPr>
              <a:t>GitHub</a:t>
            </a:r>
            <a:endParaRPr lang="en-US" sz="975" dirty="0"/>
          </a:p>
        </p:txBody>
      </p:sp>
      <p:sp>
        <p:nvSpPr>
          <p:cNvPr id="548" name="SK-28-text-54">
            <a:extLst>
              <a:ext uri="{FF2B5EF4-FFF2-40B4-BE49-F238E27FC236}">
                <a16:creationId xmlns:a16="http://schemas.microsoft.com/office/drawing/2014/main" id="{82488487-AA74-F425-4FC8-8500FE1DD3A2}"/>
              </a:ext>
            </a:extLst>
          </p:cNvPr>
          <p:cNvSpPr/>
          <p:nvPr/>
        </p:nvSpPr>
        <p:spPr>
          <a:xfrm>
            <a:off x="2788503" y="4486333"/>
            <a:ext cx="685603" cy="1976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/ CI</a:t>
            </a:r>
            <a:endParaRPr lang="en-US" sz="900" dirty="0"/>
          </a:p>
        </p:txBody>
      </p:sp>
      <p:sp>
        <p:nvSpPr>
          <p:cNvPr id="550" name="SK-28-text-55">
            <a:extLst>
              <a:ext uri="{FF2B5EF4-FFF2-40B4-BE49-F238E27FC236}">
                <a16:creationId xmlns:a16="http://schemas.microsoft.com/office/drawing/2014/main" id="{7255A734-97ED-BC2C-391A-05FC4FDC2F99}"/>
              </a:ext>
            </a:extLst>
          </p:cNvPr>
          <p:cNvSpPr/>
          <p:nvPr/>
        </p:nvSpPr>
        <p:spPr>
          <a:xfrm>
            <a:off x="3981952" y="4022170"/>
            <a:ext cx="502132" cy="1811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push</a:t>
            </a:r>
            <a:endParaRPr lang="en-US" sz="825" dirty="0"/>
          </a:p>
        </p:txBody>
      </p:sp>
      <p:sp>
        <p:nvSpPr>
          <p:cNvPr id="552" name="SK-28-text-56">
            <a:extLst>
              <a:ext uri="{FF2B5EF4-FFF2-40B4-BE49-F238E27FC236}">
                <a16:creationId xmlns:a16="http://schemas.microsoft.com/office/drawing/2014/main" id="{EAD6649E-38A7-3216-A9DA-4BB76723D9E4}"/>
              </a:ext>
            </a:extLst>
          </p:cNvPr>
          <p:cNvSpPr/>
          <p:nvPr/>
        </p:nvSpPr>
        <p:spPr>
          <a:xfrm>
            <a:off x="4710387" y="4237403"/>
            <a:ext cx="598696" cy="214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D1B4D"/>
                </a:solidFill>
              </a:rPr>
              <a:t>VS Code</a:t>
            </a:r>
            <a:endParaRPr lang="en-US" sz="975" dirty="0"/>
          </a:p>
        </p:txBody>
      </p:sp>
      <p:sp>
        <p:nvSpPr>
          <p:cNvPr id="554" name="SK-28-text-57">
            <a:extLst>
              <a:ext uri="{FF2B5EF4-FFF2-40B4-BE49-F238E27FC236}">
                <a16:creationId xmlns:a16="http://schemas.microsoft.com/office/drawing/2014/main" id="{1F50DECB-FA10-47BA-860E-6EE03FB21A25}"/>
              </a:ext>
            </a:extLst>
          </p:cNvPr>
          <p:cNvSpPr/>
          <p:nvPr/>
        </p:nvSpPr>
        <p:spPr>
          <a:xfrm>
            <a:off x="4701880" y="4431859"/>
            <a:ext cx="589039" cy="1976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local</a:t>
            </a:r>
            <a:endParaRPr lang="en-US" sz="900" dirty="0"/>
          </a:p>
        </p:txBody>
      </p:sp>
      <p:pic>
        <p:nvPicPr>
          <p:cNvPr id="598" name="SK-28-img-20" descr="preencoded.png">
            <a:extLst>
              <a:ext uri="{FF2B5EF4-FFF2-40B4-BE49-F238E27FC236}">
                <a16:creationId xmlns:a16="http://schemas.microsoft.com/office/drawing/2014/main" id="{4E8C258C-6A0E-0BA8-2B12-7D77817D26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88385" y="3731549"/>
            <a:ext cx="4061460" cy="2065291"/>
          </a:xfrm>
          <a:prstGeom prst="rect">
            <a:avLst/>
          </a:prstGeom>
        </p:spPr>
      </p:pic>
      <p:pic>
        <p:nvPicPr>
          <p:cNvPr id="600" name="SK-28-img-21" descr="preencoded.png">
            <a:extLst>
              <a:ext uri="{FF2B5EF4-FFF2-40B4-BE49-F238E27FC236}">
                <a16:creationId xmlns:a16="http://schemas.microsoft.com/office/drawing/2014/main" id="{EF3581C7-388B-6C31-EC70-87F73D03CA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59834" y="3883948"/>
            <a:ext cx="387495" cy="387495"/>
          </a:xfrm>
          <a:prstGeom prst="rect">
            <a:avLst/>
          </a:prstGeom>
        </p:spPr>
      </p:pic>
      <p:pic>
        <p:nvPicPr>
          <p:cNvPr id="602" name="SK-28-img-22" descr="preencoded.png">
            <a:extLst>
              <a:ext uri="{FF2B5EF4-FFF2-40B4-BE49-F238E27FC236}">
                <a16:creationId xmlns:a16="http://schemas.microsoft.com/office/drawing/2014/main" id="{5CC79B0B-FDDC-0FB5-1112-D3394053F3C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36034" y="3979199"/>
            <a:ext cx="215275" cy="172220"/>
          </a:xfrm>
          <a:prstGeom prst="rect">
            <a:avLst/>
          </a:prstGeom>
        </p:spPr>
      </p:pic>
      <p:pic>
        <p:nvPicPr>
          <p:cNvPr id="604" name="SK-28-img-23" descr="preencoded.png">
            <a:extLst>
              <a:ext uri="{FF2B5EF4-FFF2-40B4-BE49-F238E27FC236}">
                <a16:creationId xmlns:a16="http://schemas.microsoft.com/office/drawing/2014/main" id="{92E2348E-FF2A-13BE-E02C-3BE43EA33F3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59834" y="4322099"/>
            <a:ext cx="215275" cy="172220"/>
          </a:xfrm>
          <a:prstGeom prst="rect">
            <a:avLst/>
          </a:prstGeom>
        </p:spPr>
      </p:pic>
      <p:pic>
        <p:nvPicPr>
          <p:cNvPr id="606" name="SK-28-img-24" descr="preencoded.png">
            <a:extLst>
              <a:ext uri="{FF2B5EF4-FFF2-40B4-BE49-F238E27FC236}">
                <a16:creationId xmlns:a16="http://schemas.microsoft.com/office/drawing/2014/main" id="{99649656-3538-895A-90C2-6174FC65436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59834" y="4565879"/>
            <a:ext cx="215275" cy="172220"/>
          </a:xfrm>
          <a:prstGeom prst="rect">
            <a:avLst/>
          </a:prstGeom>
        </p:spPr>
      </p:pic>
      <p:pic>
        <p:nvPicPr>
          <p:cNvPr id="608" name="SK-28-img-25" descr="preencoded.png">
            <a:extLst>
              <a:ext uri="{FF2B5EF4-FFF2-40B4-BE49-F238E27FC236}">
                <a16:creationId xmlns:a16="http://schemas.microsoft.com/office/drawing/2014/main" id="{9971D16C-FB3C-8E6A-3163-B5EB1DFE04F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59834" y="4824840"/>
            <a:ext cx="215275" cy="172220"/>
          </a:xfrm>
          <a:prstGeom prst="rect">
            <a:avLst/>
          </a:prstGeom>
        </p:spPr>
      </p:pic>
      <p:pic>
        <p:nvPicPr>
          <p:cNvPr id="610" name="SK-28-img-26" descr="preencoded.png">
            <a:extLst>
              <a:ext uri="{FF2B5EF4-FFF2-40B4-BE49-F238E27FC236}">
                <a16:creationId xmlns:a16="http://schemas.microsoft.com/office/drawing/2014/main" id="{E72C116A-898A-853F-489F-899DA28C4A7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59834" y="5144821"/>
            <a:ext cx="3673965" cy="296002"/>
          </a:xfrm>
          <a:prstGeom prst="rect">
            <a:avLst/>
          </a:prstGeom>
        </p:spPr>
      </p:pic>
      <p:pic>
        <p:nvPicPr>
          <p:cNvPr id="612" name="SK-28-img-27" descr="preencoded.png">
            <a:extLst>
              <a:ext uri="{FF2B5EF4-FFF2-40B4-BE49-F238E27FC236}">
                <a16:creationId xmlns:a16="http://schemas.microsoft.com/office/drawing/2014/main" id="{EFA5693B-EF88-13D5-3873-6DFAF8E9256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74135" y="5237689"/>
            <a:ext cx="86110" cy="86110"/>
          </a:xfrm>
          <a:prstGeom prst="rect">
            <a:avLst/>
          </a:prstGeom>
        </p:spPr>
      </p:pic>
      <p:pic>
        <p:nvPicPr>
          <p:cNvPr id="614" name="SK-28-img-28" descr="preencoded.png">
            <a:extLst>
              <a:ext uri="{FF2B5EF4-FFF2-40B4-BE49-F238E27FC236}">
                <a16:creationId xmlns:a16="http://schemas.microsoft.com/office/drawing/2014/main" id="{C54C10D7-B903-6A0E-AB55-C9A4460C124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88385" y="1329649"/>
            <a:ext cx="4240083" cy="2156123"/>
          </a:xfrm>
          <a:prstGeom prst="rect">
            <a:avLst/>
          </a:prstGeom>
        </p:spPr>
      </p:pic>
      <p:pic>
        <p:nvPicPr>
          <p:cNvPr id="616" name="SK-28-img-29" descr="preencoded.png">
            <a:extLst>
              <a:ext uri="{FF2B5EF4-FFF2-40B4-BE49-F238E27FC236}">
                <a16:creationId xmlns:a16="http://schemas.microsoft.com/office/drawing/2014/main" id="{4FED97CE-3DED-6D0D-FD35-71BA93719D3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59835" y="1482048"/>
            <a:ext cx="404537" cy="404537"/>
          </a:xfrm>
          <a:prstGeom prst="rect">
            <a:avLst/>
          </a:prstGeom>
        </p:spPr>
      </p:pic>
      <p:pic>
        <p:nvPicPr>
          <p:cNvPr id="618" name="SK-28-img-30" descr="preencoded.png">
            <a:extLst>
              <a:ext uri="{FF2B5EF4-FFF2-40B4-BE49-F238E27FC236}">
                <a16:creationId xmlns:a16="http://schemas.microsoft.com/office/drawing/2014/main" id="{F6E3C4D4-9283-B190-F4B5-3D82D3BDF09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36035" y="1577299"/>
            <a:ext cx="224743" cy="179794"/>
          </a:xfrm>
          <a:prstGeom prst="rect">
            <a:avLst/>
          </a:prstGeom>
        </p:spPr>
      </p:pic>
      <p:pic>
        <p:nvPicPr>
          <p:cNvPr id="620" name="SK-28-img-31" descr="preencoded.png">
            <a:extLst>
              <a:ext uri="{FF2B5EF4-FFF2-40B4-BE49-F238E27FC236}">
                <a16:creationId xmlns:a16="http://schemas.microsoft.com/office/drawing/2014/main" id="{A9655CBC-A2E5-E62F-028D-D85A28E5DB2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559835" y="1920199"/>
            <a:ext cx="224743" cy="179794"/>
          </a:xfrm>
          <a:prstGeom prst="rect">
            <a:avLst/>
          </a:prstGeom>
        </p:spPr>
      </p:pic>
      <p:pic>
        <p:nvPicPr>
          <p:cNvPr id="622" name="SK-28-img-32" descr="preencoded.png">
            <a:extLst>
              <a:ext uri="{FF2B5EF4-FFF2-40B4-BE49-F238E27FC236}">
                <a16:creationId xmlns:a16="http://schemas.microsoft.com/office/drawing/2014/main" id="{A30B88D6-A1F6-968A-555D-B32CD0A12B8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59835" y="2163979"/>
            <a:ext cx="224743" cy="179794"/>
          </a:xfrm>
          <a:prstGeom prst="rect">
            <a:avLst/>
          </a:prstGeom>
        </p:spPr>
      </p:pic>
      <p:pic>
        <p:nvPicPr>
          <p:cNvPr id="624" name="SK-28-img-33" descr="preencoded.png">
            <a:extLst>
              <a:ext uri="{FF2B5EF4-FFF2-40B4-BE49-F238E27FC236}">
                <a16:creationId xmlns:a16="http://schemas.microsoft.com/office/drawing/2014/main" id="{286B09A0-EAB5-A9B6-E272-3FE6802256A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559835" y="2407760"/>
            <a:ext cx="224743" cy="179794"/>
          </a:xfrm>
          <a:prstGeom prst="rect">
            <a:avLst/>
          </a:prstGeom>
        </p:spPr>
      </p:pic>
      <p:pic>
        <p:nvPicPr>
          <p:cNvPr id="626" name="SK-28-img-34" descr="preencoded.png">
            <a:extLst>
              <a:ext uri="{FF2B5EF4-FFF2-40B4-BE49-F238E27FC236}">
                <a16:creationId xmlns:a16="http://schemas.microsoft.com/office/drawing/2014/main" id="{D515DA2D-C54B-3F0F-1927-F679F8BEED7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559835" y="2708689"/>
            <a:ext cx="3835549" cy="339221"/>
          </a:xfrm>
          <a:prstGeom prst="rect">
            <a:avLst/>
          </a:prstGeom>
        </p:spPr>
      </p:pic>
      <p:pic>
        <p:nvPicPr>
          <p:cNvPr id="628" name="SK-28-img-35" descr="preencoded.png">
            <a:extLst>
              <a:ext uri="{FF2B5EF4-FFF2-40B4-BE49-F238E27FC236}">
                <a16:creationId xmlns:a16="http://schemas.microsoft.com/office/drawing/2014/main" id="{281387BF-EC8C-40C2-7A41-978FA99C1D9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74136" y="2783847"/>
            <a:ext cx="196650" cy="161885"/>
          </a:xfrm>
          <a:prstGeom prst="rect">
            <a:avLst/>
          </a:prstGeom>
        </p:spPr>
      </p:pic>
      <p:sp>
        <p:nvSpPr>
          <p:cNvPr id="630" name="SK-28-text-58">
            <a:extLst>
              <a:ext uri="{FF2B5EF4-FFF2-40B4-BE49-F238E27FC236}">
                <a16:creationId xmlns:a16="http://schemas.microsoft.com/office/drawing/2014/main" id="{EB4F4C54-A030-166A-4A94-CD3B7DF5E33A}"/>
              </a:ext>
            </a:extLst>
          </p:cNvPr>
          <p:cNvSpPr/>
          <p:nvPr/>
        </p:nvSpPr>
        <p:spPr>
          <a:xfrm>
            <a:off x="7997985" y="3941099"/>
            <a:ext cx="1326092" cy="2471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1B4D"/>
                </a:solidFill>
              </a:rPr>
              <a:t>Render</a:t>
            </a:r>
            <a:endParaRPr lang="en-US" sz="1200" dirty="0"/>
          </a:p>
        </p:txBody>
      </p:sp>
      <p:sp>
        <p:nvSpPr>
          <p:cNvPr id="632" name="SK-28-text-59">
            <a:extLst>
              <a:ext uri="{FF2B5EF4-FFF2-40B4-BE49-F238E27FC236}">
                <a16:creationId xmlns:a16="http://schemas.microsoft.com/office/drawing/2014/main" id="{85E7EE71-81A6-38C5-21F4-BC6D2F51C6BB}"/>
              </a:ext>
            </a:extLst>
          </p:cNvPr>
          <p:cNvSpPr/>
          <p:nvPr/>
        </p:nvSpPr>
        <p:spPr>
          <a:xfrm>
            <a:off x="7826535" y="4322098"/>
            <a:ext cx="5330202" cy="2017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Hébergement Node.js / Express</a:t>
            </a:r>
            <a:endParaRPr lang="en-US" sz="1050" dirty="0"/>
          </a:p>
        </p:txBody>
      </p:sp>
      <p:sp>
        <p:nvSpPr>
          <p:cNvPr id="634" name="SK-28-text-60">
            <a:extLst>
              <a:ext uri="{FF2B5EF4-FFF2-40B4-BE49-F238E27FC236}">
                <a16:creationId xmlns:a16="http://schemas.microsoft.com/office/drawing/2014/main" id="{0D4B4E7D-ED3F-41DB-173F-F96C4697871B}"/>
              </a:ext>
            </a:extLst>
          </p:cNvPr>
          <p:cNvSpPr/>
          <p:nvPr/>
        </p:nvSpPr>
        <p:spPr>
          <a:xfrm>
            <a:off x="7826535" y="4565879"/>
            <a:ext cx="2211106" cy="2181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auto sur </a:t>
            </a:r>
            <a:endParaRPr lang="en-US" sz="1050" dirty="0"/>
          </a:p>
        </p:txBody>
      </p:sp>
      <p:sp>
        <p:nvSpPr>
          <p:cNvPr id="636" name="SK-28-text-61">
            <a:extLst>
              <a:ext uri="{FF2B5EF4-FFF2-40B4-BE49-F238E27FC236}">
                <a16:creationId xmlns:a16="http://schemas.microsoft.com/office/drawing/2014/main" id="{19B54E20-9D5C-27DF-7D48-7D6111FEDF5D}"/>
              </a:ext>
            </a:extLst>
          </p:cNvPr>
          <p:cNvSpPr/>
          <p:nvPr/>
        </p:nvSpPr>
        <p:spPr>
          <a:xfrm>
            <a:off x="7826534" y="4824839"/>
            <a:ext cx="6053525" cy="2017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inclus, accessible en ligne</a:t>
            </a:r>
            <a:endParaRPr lang="en-US" sz="1050" dirty="0"/>
          </a:p>
        </p:txBody>
      </p:sp>
      <p:sp>
        <p:nvSpPr>
          <p:cNvPr id="638" name="SK-28-text-62">
            <a:extLst>
              <a:ext uri="{FF2B5EF4-FFF2-40B4-BE49-F238E27FC236}">
                <a16:creationId xmlns:a16="http://schemas.microsoft.com/office/drawing/2014/main" id="{7D4F996E-D341-3149-FF1E-708E5ED861E8}"/>
              </a:ext>
            </a:extLst>
          </p:cNvPr>
          <p:cNvSpPr/>
          <p:nvPr/>
        </p:nvSpPr>
        <p:spPr>
          <a:xfrm>
            <a:off x="7807485" y="5182921"/>
            <a:ext cx="2268996" cy="2007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98754"/>
                </a:solidFill>
              </a:rPr>
              <a:t>Status : Live</a:t>
            </a:r>
            <a:endParaRPr lang="en-US" sz="975" dirty="0"/>
          </a:p>
        </p:txBody>
      </p:sp>
      <p:sp>
        <p:nvSpPr>
          <p:cNvPr id="640" name="SK-28-text-63">
            <a:extLst>
              <a:ext uri="{FF2B5EF4-FFF2-40B4-BE49-F238E27FC236}">
                <a16:creationId xmlns:a16="http://schemas.microsoft.com/office/drawing/2014/main" id="{F8E6F4E1-A164-1288-ED82-98A19E1BEF32}"/>
              </a:ext>
            </a:extLst>
          </p:cNvPr>
          <p:cNvSpPr/>
          <p:nvPr/>
        </p:nvSpPr>
        <p:spPr>
          <a:xfrm>
            <a:off x="7997985" y="1539198"/>
            <a:ext cx="4118829" cy="2696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1B4D"/>
                </a:solidFill>
              </a:rPr>
              <a:t>Aiven – MySQL Cloud</a:t>
            </a:r>
            <a:endParaRPr lang="en-US" sz="1200" dirty="0"/>
          </a:p>
        </p:txBody>
      </p:sp>
      <p:sp>
        <p:nvSpPr>
          <p:cNvPr id="642" name="SK-28-text-64">
            <a:extLst>
              <a:ext uri="{FF2B5EF4-FFF2-40B4-BE49-F238E27FC236}">
                <a16:creationId xmlns:a16="http://schemas.microsoft.com/office/drawing/2014/main" id="{45427881-9E26-A9B1-9C95-18D63C10D50C}"/>
              </a:ext>
            </a:extLst>
          </p:cNvPr>
          <p:cNvSpPr/>
          <p:nvPr/>
        </p:nvSpPr>
        <p:spPr>
          <a:xfrm>
            <a:off x="7826535" y="1920198"/>
            <a:ext cx="5471149" cy="2201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MySQL managée</a:t>
            </a:r>
            <a:endParaRPr lang="en-US" sz="1050" dirty="0"/>
          </a:p>
        </p:txBody>
      </p:sp>
      <p:sp>
        <p:nvSpPr>
          <p:cNvPr id="644" name="SK-28-text-65">
            <a:extLst>
              <a:ext uri="{FF2B5EF4-FFF2-40B4-BE49-F238E27FC236}">
                <a16:creationId xmlns:a16="http://schemas.microsoft.com/office/drawing/2014/main" id="{AE205D92-5821-26A8-E36A-1ADB089FAFDB}"/>
              </a:ext>
            </a:extLst>
          </p:cNvPr>
          <p:cNvSpPr/>
          <p:nvPr/>
        </p:nvSpPr>
        <p:spPr>
          <a:xfrm>
            <a:off x="7826535" y="2163978"/>
            <a:ext cx="5842373" cy="2201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Connexion sécurisée via SSL/TLS</a:t>
            </a:r>
            <a:endParaRPr lang="en-US" sz="1050" dirty="0"/>
          </a:p>
        </p:txBody>
      </p:sp>
      <p:sp>
        <p:nvSpPr>
          <p:cNvPr id="646" name="SK-28-text-66">
            <a:extLst>
              <a:ext uri="{FF2B5EF4-FFF2-40B4-BE49-F238E27FC236}">
                <a16:creationId xmlns:a16="http://schemas.microsoft.com/office/drawing/2014/main" id="{283AF1F4-BD79-F9DB-DE6B-61BA62574F2F}"/>
              </a:ext>
            </a:extLst>
          </p:cNvPr>
          <p:cNvSpPr/>
          <p:nvPr/>
        </p:nvSpPr>
        <p:spPr>
          <a:xfrm>
            <a:off x="7860778" y="2358061"/>
            <a:ext cx="7141661" cy="2201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Hébergement cloud, haute disponibilité</a:t>
            </a:r>
            <a:endParaRPr lang="en-US" sz="1050" dirty="0"/>
          </a:p>
        </p:txBody>
      </p:sp>
      <p:sp>
        <p:nvSpPr>
          <p:cNvPr id="648" name="SK-28-text-67">
            <a:extLst>
              <a:ext uri="{FF2B5EF4-FFF2-40B4-BE49-F238E27FC236}">
                <a16:creationId xmlns:a16="http://schemas.microsoft.com/office/drawing/2014/main" id="{02C204FD-852E-C852-2DC1-46078D80A849}"/>
              </a:ext>
            </a:extLst>
          </p:cNvPr>
          <p:cNvSpPr/>
          <p:nvPr/>
        </p:nvSpPr>
        <p:spPr>
          <a:xfrm>
            <a:off x="7964372" y="2789243"/>
            <a:ext cx="572262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2D1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séparées du serveur applicatif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2124429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715BC2F-DFC0-AEF5-F8EC-61C224FA0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Activity 2 — Back-end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B94CFBC-9E8E-D0AB-2A49-D67873BB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C03031-5B97-21FF-576E-15014718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29</a:t>
            </a:fld>
            <a:endParaRPr lang="fr-FR"/>
          </a:p>
        </p:txBody>
      </p:sp>
      <p:pic>
        <p:nvPicPr>
          <p:cNvPr id="6" name="SK-29-img-3" descr="preencoded.png">
            <a:extLst>
              <a:ext uri="{FF2B5EF4-FFF2-40B4-BE49-F238E27FC236}">
                <a16:creationId xmlns:a16="http://schemas.microsoft.com/office/drawing/2014/main" id="{DBF2404D-FD88-9490-76B3-E59963D62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10668000" cy="641896"/>
          </a:xfrm>
          <a:prstGeom prst="rect">
            <a:avLst/>
          </a:prstGeom>
        </p:spPr>
      </p:pic>
      <p:pic>
        <p:nvPicPr>
          <p:cNvPr id="26" name="SK-29-img-13" descr="preencoded.png">
            <a:extLst>
              <a:ext uri="{FF2B5EF4-FFF2-40B4-BE49-F238E27FC236}">
                <a16:creationId xmlns:a16="http://schemas.microsoft.com/office/drawing/2014/main" id="{A0B8B467-48AF-085F-5526-C26E2EFD5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66" y="5080546"/>
            <a:ext cx="1996380" cy="1120229"/>
          </a:xfrm>
          <a:prstGeom prst="rect">
            <a:avLst/>
          </a:prstGeom>
        </p:spPr>
      </p:pic>
      <p:pic>
        <p:nvPicPr>
          <p:cNvPr id="28" name="SK-29-img-14" descr="preencoded.png">
            <a:extLst>
              <a:ext uri="{FF2B5EF4-FFF2-40B4-BE49-F238E27FC236}">
                <a16:creationId xmlns:a16="http://schemas.microsoft.com/office/drawing/2014/main" id="{617460AD-248C-F290-1B5C-FCAC7C82C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66" y="5192217"/>
            <a:ext cx="228600" cy="171450"/>
          </a:xfrm>
          <a:prstGeom prst="rect">
            <a:avLst/>
          </a:prstGeom>
        </p:spPr>
      </p:pic>
      <p:pic>
        <p:nvPicPr>
          <p:cNvPr id="30" name="SK-29-img-15" descr="preencoded.png">
            <a:extLst>
              <a:ext uri="{FF2B5EF4-FFF2-40B4-BE49-F238E27FC236}">
                <a16:creationId xmlns:a16="http://schemas.microsoft.com/office/drawing/2014/main" id="{8797FF32-211C-6561-1107-E4D021782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686" y="5080546"/>
            <a:ext cx="1996529" cy="1120229"/>
          </a:xfrm>
          <a:prstGeom prst="rect">
            <a:avLst/>
          </a:prstGeom>
        </p:spPr>
      </p:pic>
      <p:pic>
        <p:nvPicPr>
          <p:cNvPr id="32" name="SK-29-img-16" descr="preencoded.png">
            <a:extLst>
              <a:ext uri="{FF2B5EF4-FFF2-40B4-BE49-F238E27FC236}">
                <a16:creationId xmlns:a16="http://schemas.microsoft.com/office/drawing/2014/main" id="{885196F3-BE4A-103B-E890-FBE398A7CF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086" y="5192217"/>
            <a:ext cx="228600" cy="171450"/>
          </a:xfrm>
          <a:prstGeom prst="rect">
            <a:avLst/>
          </a:prstGeom>
        </p:spPr>
      </p:pic>
      <p:pic>
        <p:nvPicPr>
          <p:cNvPr id="34" name="SK-29-img-17" descr="preencoded.png">
            <a:extLst>
              <a:ext uri="{FF2B5EF4-FFF2-40B4-BE49-F238E27FC236}">
                <a16:creationId xmlns:a16="http://schemas.microsoft.com/office/drawing/2014/main" id="{BF25A244-B003-579E-8E2A-CDBD32E26B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5976" y="5080546"/>
            <a:ext cx="1996380" cy="1120229"/>
          </a:xfrm>
          <a:prstGeom prst="rect">
            <a:avLst/>
          </a:prstGeom>
        </p:spPr>
      </p:pic>
      <p:pic>
        <p:nvPicPr>
          <p:cNvPr id="36" name="SK-29-img-18" descr="preencoded.png">
            <a:extLst>
              <a:ext uri="{FF2B5EF4-FFF2-40B4-BE49-F238E27FC236}">
                <a16:creationId xmlns:a16="http://schemas.microsoft.com/office/drawing/2014/main" id="{A5A0B10D-7F4C-0206-6FBE-BF9EAD56D0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8376" y="5220792"/>
            <a:ext cx="228600" cy="171450"/>
          </a:xfrm>
          <a:prstGeom prst="rect">
            <a:avLst/>
          </a:prstGeom>
        </p:spPr>
      </p:pic>
      <p:pic>
        <p:nvPicPr>
          <p:cNvPr id="38" name="SK-29-img-19" descr="preencoded.png">
            <a:extLst>
              <a:ext uri="{FF2B5EF4-FFF2-40B4-BE49-F238E27FC236}">
                <a16:creationId xmlns:a16="http://schemas.microsoft.com/office/drawing/2014/main" id="{693152CB-CBFC-D85D-80A9-7E7AFB97BA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4757" y="5080546"/>
            <a:ext cx="1996529" cy="1120229"/>
          </a:xfrm>
          <a:prstGeom prst="rect">
            <a:avLst/>
          </a:prstGeom>
        </p:spPr>
      </p:pic>
      <p:pic>
        <p:nvPicPr>
          <p:cNvPr id="40" name="SK-29-img-20" descr="preencoded.png">
            <a:extLst>
              <a:ext uri="{FF2B5EF4-FFF2-40B4-BE49-F238E27FC236}">
                <a16:creationId xmlns:a16="http://schemas.microsoft.com/office/drawing/2014/main" id="{0703D96C-0E62-5795-FB6F-0937E9718A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7157" y="5220792"/>
            <a:ext cx="228600" cy="171450"/>
          </a:xfrm>
          <a:prstGeom prst="rect">
            <a:avLst/>
          </a:prstGeom>
        </p:spPr>
      </p:pic>
      <p:sp>
        <p:nvSpPr>
          <p:cNvPr id="42" name="SK-29-text-22">
            <a:extLst>
              <a:ext uri="{FF2B5EF4-FFF2-40B4-BE49-F238E27FC236}">
                <a16:creationId xmlns:a16="http://schemas.microsoft.com/office/drawing/2014/main" id="{2E8D2019-6431-AB1C-0DF1-EA57EE6B1BFA}"/>
              </a:ext>
            </a:extLst>
          </p:cNvPr>
          <p:cNvSpPr/>
          <p:nvPr/>
        </p:nvSpPr>
        <p:spPr>
          <a:xfrm>
            <a:off x="952500" y="381000"/>
            <a:ext cx="10553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44" name="SK-29-text-23">
            <a:extLst>
              <a:ext uri="{FF2B5EF4-FFF2-40B4-BE49-F238E27FC236}">
                <a16:creationId xmlns:a16="http://schemas.microsoft.com/office/drawing/2014/main" id="{4916AC07-E9F6-DF10-65CE-0B3CA69EC861}"/>
              </a:ext>
            </a:extLst>
          </p:cNvPr>
          <p:cNvSpPr/>
          <p:nvPr/>
        </p:nvSpPr>
        <p:spPr>
          <a:xfrm>
            <a:off x="952500" y="657225"/>
            <a:ext cx="11239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Documentation de l'API avec Swagger — CP8</a:t>
            </a:r>
            <a:endParaRPr lang="en-US" sz="2400" dirty="0"/>
          </a:p>
        </p:txBody>
      </p:sp>
      <p:sp>
        <p:nvSpPr>
          <p:cNvPr id="60" name="SK-29-text-31">
            <a:extLst>
              <a:ext uri="{FF2B5EF4-FFF2-40B4-BE49-F238E27FC236}">
                <a16:creationId xmlns:a16="http://schemas.microsoft.com/office/drawing/2014/main" id="{F338EE35-88F5-00BB-56E6-E04549074067}"/>
              </a:ext>
            </a:extLst>
          </p:cNvPr>
          <p:cNvSpPr/>
          <p:nvPr/>
        </p:nvSpPr>
        <p:spPr>
          <a:xfrm>
            <a:off x="1221016" y="5163642"/>
            <a:ext cx="245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62" name="SK-29-text-32">
            <a:extLst>
              <a:ext uri="{FF2B5EF4-FFF2-40B4-BE49-F238E27FC236}">
                <a16:creationId xmlns:a16="http://schemas.microsoft.com/office/drawing/2014/main" id="{CDADD962-65B9-26F0-2EBC-7F71FC418458}"/>
              </a:ext>
            </a:extLst>
          </p:cNvPr>
          <p:cNvSpPr/>
          <p:nvPr/>
        </p:nvSpPr>
        <p:spPr>
          <a:xfrm>
            <a:off x="897166" y="5439867"/>
            <a:ext cx="1691580" cy="6929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claire des points d'entrée (endpoints) et des schémas de données attendus.</a:t>
            </a:r>
            <a:endParaRPr lang="en-US" sz="975" dirty="0"/>
          </a:p>
        </p:txBody>
      </p:sp>
      <p:sp>
        <p:nvSpPr>
          <p:cNvPr id="64" name="SK-29-text-33">
            <a:extLst>
              <a:ext uri="{FF2B5EF4-FFF2-40B4-BE49-F238E27FC236}">
                <a16:creationId xmlns:a16="http://schemas.microsoft.com/office/drawing/2014/main" id="{A0F3D096-D819-3104-5575-F2CC0DFE61B2}"/>
              </a:ext>
            </a:extLst>
          </p:cNvPr>
          <p:cNvSpPr/>
          <p:nvPr/>
        </p:nvSpPr>
        <p:spPr>
          <a:xfrm>
            <a:off x="7579936" y="5163642"/>
            <a:ext cx="807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Test</a:t>
            </a:r>
            <a:endParaRPr lang="en-US" sz="1200" dirty="0"/>
          </a:p>
        </p:txBody>
      </p:sp>
      <p:sp>
        <p:nvSpPr>
          <p:cNvPr id="66" name="SK-29-text-34">
            <a:extLst>
              <a:ext uri="{FF2B5EF4-FFF2-40B4-BE49-F238E27FC236}">
                <a16:creationId xmlns:a16="http://schemas.microsoft.com/office/drawing/2014/main" id="{C0941A7D-C7BA-6B31-9B5B-0B738FC06860}"/>
              </a:ext>
            </a:extLst>
          </p:cNvPr>
          <p:cNvSpPr/>
          <p:nvPr/>
        </p:nvSpPr>
        <p:spPr>
          <a:xfrm>
            <a:off x="7256086" y="5439867"/>
            <a:ext cx="1691729" cy="6929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Possibilité d'exécuter des requêtes réelles directement depuis l'interface interactive.</a:t>
            </a:r>
            <a:endParaRPr lang="en-US" sz="975" dirty="0"/>
          </a:p>
        </p:txBody>
      </p:sp>
      <p:sp>
        <p:nvSpPr>
          <p:cNvPr id="68" name="SK-29-text-35">
            <a:extLst>
              <a:ext uri="{FF2B5EF4-FFF2-40B4-BE49-F238E27FC236}">
                <a16:creationId xmlns:a16="http://schemas.microsoft.com/office/drawing/2014/main" id="{EF935CA6-09A7-65D6-4BFF-893788E7A418}"/>
              </a:ext>
            </a:extLst>
          </p:cNvPr>
          <p:cNvSpPr/>
          <p:nvPr/>
        </p:nvSpPr>
        <p:spPr>
          <a:xfrm>
            <a:off x="3282226" y="5192217"/>
            <a:ext cx="245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Collaboration</a:t>
            </a:r>
            <a:endParaRPr lang="en-US" sz="1200" dirty="0"/>
          </a:p>
        </p:txBody>
      </p:sp>
      <p:sp>
        <p:nvSpPr>
          <p:cNvPr id="70" name="SK-29-text-36">
            <a:extLst>
              <a:ext uri="{FF2B5EF4-FFF2-40B4-BE49-F238E27FC236}">
                <a16:creationId xmlns:a16="http://schemas.microsoft.com/office/drawing/2014/main" id="{2272DFD3-E0CD-ABDD-0E8A-A8A0B38F6795}"/>
              </a:ext>
            </a:extLst>
          </p:cNvPr>
          <p:cNvSpPr/>
          <p:nvPr/>
        </p:nvSpPr>
        <p:spPr>
          <a:xfrm>
            <a:off x="2978573" y="5439867"/>
            <a:ext cx="1691580" cy="6929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Partage simplifié des spécifications techniques avec d'autres développeurs ou partenaires.</a:t>
            </a:r>
            <a:endParaRPr lang="en-US" sz="975" dirty="0"/>
          </a:p>
        </p:txBody>
      </p:sp>
      <p:sp>
        <p:nvSpPr>
          <p:cNvPr id="72" name="SK-29-text-37">
            <a:extLst>
              <a:ext uri="{FF2B5EF4-FFF2-40B4-BE49-F238E27FC236}">
                <a16:creationId xmlns:a16="http://schemas.microsoft.com/office/drawing/2014/main" id="{0373B8CA-9CBE-FF72-BE5C-C0312C8E5FA9}"/>
              </a:ext>
            </a:extLst>
          </p:cNvPr>
          <p:cNvSpPr/>
          <p:nvPr/>
        </p:nvSpPr>
        <p:spPr>
          <a:xfrm>
            <a:off x="5461546" y="5192217"/>
            <a:ext cx="2087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Maintenance</a:t>
            </a:r>
            <a:endParaRPr lang="en-US" sz="1200" dirty="0"/>
          </a:p>
        </p:txBody>
      </p:sp>
      <p:sp>
        <p:nvSpPr>
          <p:cNvPr id="74" name="SK-29-text-38">
            <a:extLst>
              <a:ext uri="{FF2B5EF4-FFF2-40B4-BE49-F238E27FC236}">
                <a16:creationId xmlns:a16="http://schemas.microsoft.com/office/drawing/2014/main" id="{8457BED6-4792-1C57-86B3-8C57230C8364}"/>
              </a:ext>
            </a:extLst>
          </p:cNvPr>
          <p:cNvSpPr/>
          <p:nvPr/>
        </p:nvSpPr>
        <p:spPr>
          <a:xfrm>
            <a:off x="5127354" y="5439867"/>
            <a:ext cx="1691729" cy="6929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jour automatique basée sur les commentaires JSDoc intégrés au code source.</a:t>
            </a:r>
            <a:endParaRPr lang="en-US" sz="975" dirty="0"/>
          </a:p>
        </p:txBody>
      </p:sp>
      <p:pic>
        <p:nvPicPr>
          <p:cNvPr id="75" name="Image 74">
            <a:extLst>
              <a:ext uri="{FF2B5EF4-FFF2-40B4-BE49-F238E27FC236}">
                <a16:creationId xmlns:a16="http://schemas.microsoft.com/office/drawing/2014/main" id="{2BFD1F78-96B1-19B6-940F-2A8D6F2CAC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558" y="1188631"/>
            <a:ext cx="5760720" cy="3533140"/>
          </a:xfrm>
          <a:prstGeom prst="rect">
            <a:avLst/>
          </a:prstGeom>
        </p:spPr>
      </p:pic>
      <p:pic>
        <p:nvPicPr>
          <p:cNvPr id="77" name="Image 76">
            <a:extLst>
              <a:ext uri="{FF2B5EF4-FFF2-40B4-BE49-F238E27FC236}">
                <a16:creationId xmlns:a16="http://schemas.microsoft.com/office/drawing/2014/main" id="{5AD535F4-B8DE-EA4F-277F-79B1F9E648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05195" y="792396"/>
            <a:ext cx="3801005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14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8647259-AEF2-2D70-BF7F-CEBC6F8D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78456" y="6430119"/>
            <a:ext cx="1785223" cy="295745"/>
          </a:xfrm>
        </p:spPr>
        <p:txBody>
          <a:bodyPr/>
          <a:lstStyle/>
          <a:p>
            <a:r>
              <a:rPr lang="fr-FR" dirty="0" err="1"/>
              <a:t>Quality</a:t>
            </a:r>
            <a:r>
              <a:rPr lang="fr-FR" dirty="0"/>
              <a:t> &amp; Best Practices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291E7C3-C320-AE4B-B4FC-B32BC1A4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E6FE42-09AB-00A0-3A67-B6039F0A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30</a:t>
            </a:fld>
            <a:endParaRPr lang="fr-FR"/>
          </a:p>
        </p:txBody>
      </p:sp>
      <p:pic>
        <p:nvPicPr>
          <p:cNvPr id="6" name="SK-30-img-3" descr="preencoded.png">
            <a:extLst>
              <a:ext uri="{FF2B5EF4-FFF2-40B4-BE49-F238E27FC236}">
                <a16:creationId xmlns:a16="http://schemas.microsoft.com/office/drawing/2014/main" id="{72FA85A7-1016-97AD-EAC9-BF740F3A9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30-img-4" descr="preencoded.png">
            <a:extLst>
              <a:ext uri="{FF2B5EF4-FFF2-40B4-BE49-F238E27FC236}">
                <a16:creationId xmlns:a16="http://schemas.microsoft.com/office/drawing/2014/main" id="{3CE9CF55-EF12-AD30-53BF-3A8D637A9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099096"/>
            <a:ext cx="2647950" cy="891976"/>
          </a:xfrm>
          <a:prstGeom prst="rect">
            <a:avLst/>
          </a:prstGeom>
        </p:spPr>
      </p:pic>
      <p:pic>
        <p:nvPicPr>
          <p:cNvPr id="10" name="SK-30-img-5" descr="preencoded.png">
            <a:extLst>
              <a:ext uri="{FF2B5EF4-FFF2-40B4-BE49-F238E27FC236}">
                <a16:creationId xmlns:a16="http://schemas.microsoft.com/office/drawing/2014/main" id="{B02FA364-7BFD-6B3A-08AD-56CA1A8BD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1176385"/>
            <a:ext cx="285750" cy="228600"/>
          </a:xfrm>
          <a:prstGeom prst="rect">
            <a:avLst/>
          </a:prstGeom>
        </p:spPr>
      </p:pic>
      <p:pic>
        <p:nvPicPr>
          <p:cNvPr id="12" name="SK-30-img-6" descr="preencoded.png">
            <a:extLst>
              <a:ext uri="{FF2B5EF4-FFF2-40B4-BE49-F238E27FC236}">
                <a16:creationId xmlns:a16="http://schemas.microsoft.com/office/drawing/2014/main" id="{55AAA3FD-8FC3-5E07-02F8-FA87EA88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099096"/>
            <a:ext cx="2647950" cy="891976"/>
          </a:xfrm>
          <a:prstGeom prst="rect">
            <a:avLst/>
          </a:prstGeom>
        </p:spPr>
      </p:pic>
      <p:pic>
        <p:nvPicPr>
          <p:cNvPr id="14" name="SK-30-img-7" descr="preencoded.png">
            <a:extLst>
              <a:ext uri="{FF2B5EF4-FFF2-40B4-BE49-F238E27FC236}">
                <a16:creationId xmlns:a16="http://schemas.microsoft.com/office/drawing/2014/main" id="{5B0F12D8-6691-6C7F-D61B-7F22D6D61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1176385"/>
            <a:ext cx="285750" cy="228600"/>
          </a:xfrm>
          <a:prstGeom prst="rect">
            <a:avLst/>
          </a:prstGeom>
        </p:spPr>
      </p:pic>
      <p:pic>
        <p:nvPicPr>
          <p:cNvPr id="16" name="SK-30-img-8" descr="preencoded.png">
            <a:extLst>
              <a:ext uri="{FF2B5EF4-FFF2-40B4-BE49-F238E27FC236}">
                <a16:creationId xmlns:a16="http://schemas.microsoft.com/office/drawing/2014/main" id="{9ECA3047-26E2-99CD-A2A5-C0576025E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099096"/>
            <a:ext cx="2647950" cy="891976"/>
          </a:xfrm>
          <a:prstGeom prst="rect">
            <a:avLst/>
          </a:prstGeom>
        </p:spPr>
      </p:pic>
      <p:pic>
        <p:nvPicPr>
          <p:cNvPr id="18" name="SK-30-img-9" descr="preencoded.png">
            <a:extLst>
              <a:ext uri="{FF2B5EF4-FFF2-40B4-BE49-F238E27FC236}">
                <a16:creationId xmlns:a16="http://schemas.microsoft.com/office/drawing/2014/main" id="{E08A5CB9-2EA7-7973-83CB-84198F7EC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1176385"/>
            <a:ext cx="285750" cy="228600"/>
          </a:xfrm>
          <a:prstGeom prst="rect">
            <a:avLst/>
          </a:prstGeom>
        </p:spPr>
      </p:pic>
      <p:pic>
        <p:nvPicPr>
          <p:cNvPr id="20" name="SK-30-img-10" descr="preencoded.png">
            <a:extLst>
              <a:ext uri="{FF2B5EF4-FFF2-40B4-BE49-F238E27FC236}">
                <a16:creationId xmlns:a16="http://schemas.microsoft.com/office/drawing/2014/main" id="{DDE7FFEE-34EA-34AE-6835-B499F4662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1099096"/>
            <a:ext cx="2647950" cy="891976"/>
          </a:xfrm>
          <a:prstGeom prst="rect">
            <a:avLst/>
          </a:prstGeom>
        </p:spPr>
      </p:pic>
      <p:pic>
        <p:nvPicPr>
          <p:cNvPr id="22" name="SK-30-img-11" descr="preencoded.png">
            <a:extLst>
              <a:ext uri="{FF2B5EF4-FFF2-40B4-BE49-F238E27FC236}">
                <a16:creationId xmlns:a16="http://schemas.microsoft.com/office/drawing/2014/main" id="{301D8842-38AE-43CF-2CFB-28B76F2896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0" y="1176385"/>
            <a:ext cx="285750" cy="228600"/>
          </a:xfrm>
          <a:prstGeom prst="rect">
            <a:avLst/>
          </a:prstGeom>
        </p:spPr>
      </p:pic>
      <p:sp>
        <p:nvSpPr>
          <p:cNvPr id="48" name="SK-30-text-25">
            <a:extLst>
              <a:ext uri="{FF2B5EF4-FFF2-40B4-BE49-F238E27FC236}">
                <a16:creationId xmlns:a16="http://schemas.microsoft.com/office/drawing/2014/main" id="{C41C7F4D-80A6-AC98-80C1-16C3622DF215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50" name="SK-30-text-26">
            <a:extLst>
              <a:ext uri="{FF2B5EF4-FFF2-40B4-BE49-F238E27FC236}">
                <a16:creationId xmlns:a16="http://schemas.microsoft.com/office/drawing/2014/main" id="{FF461505-0DB3-5C6D-DBEC-2DD7D03E1C39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Sécurité de l'application</a:t>
            </a:r>
            <a:endParaRPr lang="en-US" sz="2400" dirty="0"/>
          </a:p>
        </p:txBody>
      </p:sp>
      <p:sp>
        <p:nvSpPr>
          <p:cNvPr id="52" name="SK-30-text-27">
            <a:extLst>
              <a:ext uri="{FF2B5EF4-FFF2-40B4-BE49-F238E27FC236}">
                <a16:creationId xmlns:a16="http://schemas.microsoft.com/office/drawing/2014/main" id="{D5917161-AE10-9553-C608-DF090702E27F}"/>
              </a:ext>
            </a:extLst>
          </p:cNvPr>
          <p:cNvSpPr/>
          <p:nvPr/>
        </p:nvSpPr>
        <p:spPr>
          <a:xfrm>
            <a:off x="1219200" y="1184720"/>
            <a:ext cx="300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Authentification</a:t>
            </a:r>
            <a:endParaRPr lang="en-US" sz="1200" dirty="0"/>
          </a:p>
        </p:txBody>
      </p:sp>
      <p:sp>
        <p:nvSpPr>
          <p:cNvPr id="54" name="SK-30-text-28">
            <a:extLst>
              <a:ext uri="{FF2B5EF4-FFF2-40B4-BE49-F238E27FC236}">
                <a16:creationId xmlns:a16="http://schemas.microsoft.com/office/drawing/2014/main" id="{2699382F-0AC6-3E7E-D7BC-62C323BCF58D}"/>
              </a:ext>
            </a:extLst>
          </p:cNvPr>
          <p:cNvSpPr/>
          <p:nvPr/>
        </p:nvSpPr>
        <p:spPr>
          <a:xfrm>
            <a:off x="781050" y="1514076"/>
            <a:ext cx="234315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 d'accès strict pour l'administration métier.</a:t>
            </a:r>
            <a:endParaRPr lang="en-US" sz="1050" dirty="0"/>
          </a:p>
        </p:txBody>
      </p:sp>
      <p:sp>
        <p:nvSpPr>
          <p:cNvPr id="56" name="SK-30-text-29">
            <a:extLst>
              <a:ext uri="{FF2B5EF4-FFF2-40B4-BE49-F238E27FC236}">
                <a16:creationId xmlns:a16="http://schemas.microsoft.com/office/drawing/2014/main" id="{D0EFF2DF-751E-0D1F-1A9C-CE079B425B0B}"/>
              </a:ext>
            </a:extLst>
          </p:cNvPr>
          <p:cNvSpPr/>
          <p:nvPr/>
        </p:nvSpPr>
        <p:spPr>
          <a:xfrm>
            <a:off x="4017346" y="1185266"/>
            <a:ext cx="263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Hachage Bcrypt</a:t>
            </a:r>
            <a:endParaRPr lang="en-US" sz="1200" dirty="0"/>
          </a:p>
        </p:txBody>
      </p:sp>
      <p:sp>
        <p:nvSpPr>
          <p:cNvPr id="58" name="SK-30-text-30">
            <a:extLst>
              <a:ext uri="{FF2B5EF4-FFF2-40B4-BE49-F238E27FC236}">
                <a16:creationId xmlns:a16="http://schemas.microsoft.com/office/drawing/2014/main" id="{DB0FA762-9A7A-9180-C936-C79009772B4E}"/>
              </a:ext>
            </a:extLst>
          </p:cNvPr>
          <p:cNvSpPr/>
          <p:nvPr/>
        </p:nvSpPr>
        <p:spPr>
          <a:xfrm>
            <a:off x="3645694" y="1490511"/>
            <a:ext cx="234315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Sécurisation des mots de passe en base (salage + hachage).</a:t>
            </a:r>
            <a:endParaRPr lang="en-US" sz="1050" dirty="0"/>
          </a:p>
        </p:txBody>
      </p:sp>
      <p:sp>
        <p:nvSpPr>
          <p:cNvPr id="60" name="SK-30-text-31">
            <a:extLst>
              <a:ext uri="{FF2B5EF4-FFF2-40B4-BE49-F238E27FC236}">
                <a16:creationId xmlns:a16="http://schemas.microsoft.com/office/drawing/2014/main" id="{1289F0D8-C570-F52F-10E3-D6C3B5EC2B7E}"/>
              </a:ext>
            </a:extLst>
          </p:cNvPr>
          <p:cNvSpPr/>
          <p:nvPr/>
        </p:nvSpPr>
        <p:spPr>
          <a:xfrm>
            <a:off x="6819900" y="1172963"/>
            <a:ext cx="300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025"/>
              </a:lnSpc>
            </a:pPr>
            <a:r>
              <a:rPr lang="en-US" sz="1200" b="1" dirty="0"/>
              <a:t>Middleware</a:t>
            </a:r>
            <a:endParaRPr lang="en-US" sz="1200" dirty="0"/>
          </a:p>
        </p:txBody>
      </p:sp>
      <p:sp>
        <p:nvSpPr>
          <p:cNvPr id="62" name="SK-30-text-32">
            <a:extLst>
              <a:ext uri="{FF2B5EF4-FFF2-40B4-BE49-F238E27FC236}">
                <a16:creationId xmlns:a16="http://schemas.microsoft.com/office/drawing/2014/main" id="{A67FBEA6-F8C5-5182-38DB-071A62F3A175}"/>
              </a:ext>
            </a:extLst>
          </p:cNvPr>
          <p:cNvSpPr/>
          <p:nvPr/>
        </p:nvSpPr>
        <p:spPr>
          <a:xfrm>
            <a:off x="6381750" y="1502716"/>
            <a:ext cx="234315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Middlewares de vérification de session sur chaque endpoint.</a:t>
            </a:r>
            <a:endParaRPr lang="en-US" sz="1050" dirty="0"/>
          </a:p>
        </p:txBody>
      </p:sp>
      <p:sp>
        <p:nvSpPr>
          <p:cNvPr id="64" name="SK-30-text-33">
            <a:extLst>
              <a:ext uri="{FF2B5EF4-FFF2-40B4-BE49-F238E27FC236}">
                <a16:creationId xmlns:a16="http://schemas.microsoft.com/office/drawing/2014/main" id="{51D19BC0-0379-E365-C3C5-59944FF63CDB}"/>
              </a:ext>
            </a:extLst>
          </p:cNvPr>
          <p:cNvSpPr/>
          <p:nvPr/>
        </p:nvSpPr>
        <p:spPr>
          <a:xfrm>
            <a:off x="9620250" y="1184720"/>
            <a:ext cx="3067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19"/>
                </a:solidFill>
              </a:rPr>
              <a:t>Validation Données</a:t>
            </a:r>
            <a:endParaRPr lang="en-US" sz="1200" dirty="0"/>
          </a:p>
        </p:txBody>
      </p:sp>
      <p:sp>
        <p:nvSpPr>
          <p:cNvPr id="66" name="SK-30-text-34">
            <a:extLst>
              <a:ext uri="{FF2B5EF4-FFF2-40B4-BE49-F238E27FC236}">
                <a16:creationId xmlns:a16="http://schemas.microsoft.com/office/drawing/2014/main" id="{3E3C05C1-37B0-CB08-06F4-EE75CF1D1E17}"/>
              </a:ext>
            </a:extLst>
          </p:cNvPr>
          <p:cNvSpPr/>
          <p:nvPr/>
        </p:nvSpPr>
        <p:spPr>
          <a:xfrm>
            <a:off x="9182100" y="1490512"/>
            <a:ext cx="234315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Nettoyage systématique des entrées (Express/Sequelize).</a:t>
            </a:r>
            <a:endParaRPr lang="en-US" sz="1050" dirty="0"/>
          </a:p>
        </p:txBody>
      </p:sp>
      <p:pic>
        <p:nvPicPr>
          <p:cNvPr id="89" name="Image 88">
            <a:extLst>
              <a:ext uri="{FF2B5EF4-FFF2-40B4-BE49-F238E27FC236}">
                <a16:creationId xmlns:a16="http://schemas.microsoft.com/office/drawing/2014/main" id="{672F9E48-D233-D023-FA96-8A1070E784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331" y="2405239"/>
            <a:ext cx="2536477" cy="3353665"/>
          </a:xfrm>
          <a:prstGeom prst="rect">
            <a:avLst/>
          </a:prstGeom>
        </p:spPr>
      </p:pic>
      <p:pic>
        <p:nvPicPr>
          <p:cNvPr id="91" name="Image 90">
            <a:extLst>
              <a:ext uri="{FF2B5EF4-FFF2-40B4-BE49-F238E27FC236}">
                <a16:creationId xmlns:a16="http://schemas.microsoft.com/office/drawing/2014/main" id="{24BCB4B8-9EAC-2DC3-BEE8-8628B1057A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181936"/>
            <a:ext cx="3002280" cy="4120074"/>
          </a:xfrm>
          <a:prstGeom prst="rect">
            <a:avLst/>
          </a:prstGeom>
        </p:spPr>
      </p:pic>
      <p:pic>
        <p:nvPicPr>
          <p:cNvPr id="93" name="Image 92">
            <a:extLst>
              <a:ext uri="{FF2B5EF4-FFF2-40B4-BE49-F238E27FC236}">
                <a16:creationId xmlns:a16="http://schemas.microsoft.com/office/drawing/2014/main" id="{E5BCACCC-F6F1-583B-56D3-2ABEF7A3C8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5694" y="2527481"/>
            <a:ext cx="5408034" cy="310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88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9C6A8B-E491-DD9F-037F-C50766A4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78457" y="6477000"/>
            <a:ext cx="1811864" cy="248864"/>
          </a:xfrm>
        </p:spPr>
        <p:txBody>
          <a:bodyPr/>
          <a:lstStyle/>
          <a:p>
            <a:r>
              <a:rPr lang="fr-FR" dirty="0" err="1"/>
              <a:t>Quality</a:t>
            </a:r>
            <a:r>
              <a:rPr lang="fr-FR" dirty="0"/>
              <a:t> &amp; Best Practices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BF46846-674B-FCC4-D8A7-E56A3FC8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5D348A-48AB-798B-C9C5-A27F4F71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31</a:t>
            </a:fld>
            <a:endParaRPr lang="fr-FR"/>
          </a:p>
        </p:txBody>
      </p:sp>
      <p:pic>
        <p:nvPicPr>
          <p:cNvPr id="6" name="SK-31-img-3" descr="preencoded.png">
            <a:extLst>
              <a:ext uri="{FF2B5EF4-FFF2-40B4-BE49-F238E27FC236}">
                <a16:creationId xmlns:a16="http://schemas.microsoft.com/office/drawing/2014/main" id="{81D37550-23FF-2603-E7CA-F94C82D77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31-img-4" descr="preencoded.png">
            <a:extLst>
              <a:ext uri="{FF2B5EF4-FFF2-40B4-BE49-F238E27FC236}">
                <a16:creationId xmlns:a16="http://schemas.microsoft.com/office/drawing/2014/main" id="{E59B7E85-1309-AABB-820B-5D4868CB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1496"/>
            <a:ext cx="11049000" cy="1216937"/>
          </a:xfrm>
          <a:prstGeom prst="rect">
            <a:avLst/>
          </a:prstGeom>
        </p:spPr>
      </p:pic>
      <p:pic>
        <p:nvPicPr>
          <p:cNvPr id="10" name="SK-31-img-5" descr="preencoded.png">
            <a:extLst>
              <a:ext uri="{FF2B5EF4-FFF2-40B4-BE49-F238E27FC236}">
                <a16:creationId xmlns:a16="http://schemas.microsoft.com/office/drawing/2014/main" id="{9CD19A65-8260-DB20-EE89-DDC6C0D4B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321" y="1480096"/>
            <a:ext cx="533400" cy="533400"/>
          </a:xfrm>
          <a:prstGeom prst="rect">
            <a:avLst/>
          </a:prstGeom>
        </p:spPr>
      </p:pic>
      <p:pic>
        <p:nvPicPr>
          <p:cNvPr id="12" name="SK-31-img-6" descr="preencoded.png">
            <a:extLst>
              <a:ext uri="{FF2B5EF4-FFF2-40B4-BE49-F238E27FC236}">
                <a16:creationId xmlns:a16="http://schemas.microsoft.com/office/drawing/2014/main" id="{CAD7C986-F1BF-142A-058D-5C002F5D2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146" y="1632496"/>
            <a:ext cx="285750" cy="228600"/>
          </a:xfrm>
          <a:prstGeom prst="rect">
            <a:avLst/>
          </a:prstGeom>
        </p:spPr>
      </p:pic>
      <p:pic>
        <p:nvPicPr>
          <p:cNvPr id="14" name="SK-31-img-7" descr="preencoded.png">
            <a:extLst>
              <a:ext uri="{FF2B5EF4-FFF2-40B4-BE49-F238E27FC236}">
                <a16:creationId xmlns:a16="http://schemas.microsoft.com/office/drawing/2014/main" id="{BB7727BA-E2C4-7594-C524-C074C787E5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490" y="1716286"/>
            <a:ext cx="238125" cy="190500"/>
          </a:xfrm>
          <a:prstGeom prst="rect">
            <a:avLst/>
          </a:prstGeom>
        </p:spPr>
      </p:pic>
      <p:pic>
        <p:nvPicPr>
          <p:cNvPr id="16" name="SK-31-img-8" descr="preencoded.png">
            <a:extLst>
              <a:ext uri="{FF2B5EF4-FFF2-40B4-BE49-F238E27FC236}">
                <a16:creationId xmlns:a16="http://schemas.microsoft.com/office/drawing/2014/main" id="{823C3BDA-E82F-79F3-56F7-4958088330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236" y="1480096"/>
            <a:ext cx="533400" cy="533400"/>
          </a:xfrm>
          <a:prstGeom prst="rect">
            <a:avLst/>
          </a:prstGeom>
        </p:spPr>
      </p:pic>
      <p:pic>
        <p:nvPicPr>
          <p:cNvPr id="18" name="SK-31-img-9" descr="preencoded.png">
            <a:extLst>
              <a:ext uri="{FF2B5EF4-FFF2-40B4-BE49-F238E27FC236}">
                <a16:creationId xmlns:a16="http://schemas.microsoft.com/office/drawing/2014/main" id="{458D5321-58A2-A1EE-C230-ED4F119EF1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6061" y="1632496"/>
            <a:ext cx="285750" cy="228600"/>
          </a:xfrm>
          <a:prstGeom prst="rect">
            <a:avLst/>
          </a:prstGeom>
        </p:spPr>
      </p:pic>
      <p:pic>
        <p:nvPicPr>
          <p:cNvPr id="20" name="SK-31-img-10" descr="preencoded.png">
            <a:extLst>
              <a:ext uri="{FF2B5EF4-FFF2-40B4-BE49-F238E27FC236}">
                <a16:creationId xmlns:a16="http://schemas.microsoft.com/office/drawing/2014/main" id="{3659EF15-6683-5C4C-51B2-F9A8A33CD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3405" y="1716286"/>
            <a:ext cx="238125" cy="190500"/>
          </a:xfrm>
          <a:prstGeom prst="rect">
            <a:avLst/>
          </a:prstGeom>
        </p:spPr>
      </p:pic>
      <p:pic>
        <p:nvPicPr>
          <p:cNvPr id="22" name="SK-31-img-11" descr="preencoded.png">
            <a:extLst>
              <a:ext uri="{FF2B5EF4-FFF2-40B4-BE49-F238E27FC236}">
                <a16:creationId xmlns:a16="http://schemas.microsoft.com/office/drawing/2014/main" id="{5F5AE9CA-F8F1-5525-FEA1-E9D179768D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151" y="1480096"/>
            <a:ext cx="533400" cy="533400"/>
          </a:xfrm>
          <a:prstGeom prst="rect">
            <a:avLst/>
          </a:prstGeom>
        </p:spPr>
      </p:pic>
      <p:pic>
        <p:nvPicPr>
          <p:cNvPr id="24" name="SK-31-img-12" descr="preencoded.png">
            <a:extLst>
              <a:ext uri="{FF2B5EF4-FFF2-40B4-BE49-F238E27FC236}">
                <a16:creationId xmlns:a16="http://schemas.microsoft.com/office/drawing/2014/main" id="{D8D01748-ACBF-04D9-90C5-08AD596177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2976" y="1632496"/>
            <a:ext cx="285750" cy="228600"/>
          </a:xfrm>
          <a:prstGeom prst="rect">
            <a:avLst/>
          </a:prstGeom>
        </p:spPr>
      </p:pic>
      <p:pic>
        <p:nvPicPr>
          <p:cNvPr id="26" name="SK-31-img-13" descr="preencoded.png">
            <a:extLst>
              <a:ext uri="{FF2B5EF4-FFF2-40B4-BE49-F238E27FC236}">
                <a16:creationId xmlns:a16="http://schemas.microsoft.com/office/drawing/2014/main" id="{9FB4E6D9-F757-48E4-B222-C989481F2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321" y="1716286"/>
            <a:ext cx="238125" cy="190500"/>
          </a:xfrm>
          <a:prstGeom prst="rect">
            <a:avLst/>
          </a:prstGeom>
        </p:spPr>
      </p:pic>
      <p:pic>
        <p:nvPicPr>
          <p:cNvPr id="28" name="SK-31-img-14" descr="preencoded.png">
            <a:extLst>
              <a:ext uri="{FF2B5EF4-FFF2-40B4-BE49-F238E27FC236}">
                <a16:creationId xmlns:a16="http://schemas.microsoft.com/office/drawing/2014/main" id="{C0AA3E47-0587-D743-C2EE-2028920A43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6066" y="1480096"/>
            <a:ext cx="533400" cy="533400"/>
          </a:xfrm>
          <a:prstGeom prst="rect">
            <a:avLst/>
          </a:prstGeom>
        </p:spPr>
      </p:pic>
      <p:pic>
        <p:nvPicPr>
          <p:cNvPr id="30" name="SK-31-img-15" descr="preencoded.png">
            <a:extLst>
              <a:ext uri="{FF2B5EF4-FFF2-40B4-BE49-F238E27FC236}">
                <a16:creationId xmlns:a16="http://schemas.microsoft.com/office/drawing/2014/main" id="{095B54C6-C9A9-DD8F-F0F7-004B57D25A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9891" y="1632496"/>
            <a:ext cx="285750" cy="228600"/>
          </a:xfrm>
          <a:prstGeom prst="rect">
            <a:avLst/>
          </a:prstGeom>
        </p:spPr>
      </p:pic>
      <p:pic>
        <p:nvPicPr>
          <p:cNvPr id="32" name="SK-31-img-16" descr="preencoded.png">
            <a:extLst>
              <a:ext uri="{FF2B5EF4-FFF2-40B4-BE49-F238E27FC236}">
                <a16:creationId xmlns:a16="http://schemas.microsoft.com/office/drawing/2014/main" id="{A3E4F57B-3D23-6666-256C-BEE09B02C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236" y="1716286"/>
            <a:ext cx="238125" cy="190500"/>
          </a:xfrm>
          <a:prstGeom prst="rect">
            <a:avLst/>
          </a:prstGeom>
        </p:spPr>
      </p:pic>
      <p:pic>
        <p:nvPicPr>
          <p:cNvPr id="34" name="SK-31-img-17" descr="preencoded.png">
            <a:extLst>
              <a:ext uri="{FF2B5EF4-FFF2-40B4-BE49-F238E27FC236}">
                <a16:creationId xmlns:a16="http://schemas.microsoft.com/office/drawing/2014/main" id="{24B7B767-D0C3-3BBC-43DA-32398CB998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2982" y="1480096"/>
            <a:ext cx="533400" cy="533400"/>
          </a:xfrm>
          <a:prstGeom prst="rect">
            <a:avLst/>
          </a:prstGeom>
        </p:spPr>
      </p:pic>
      <p:pic>
        <p:nvPicPr>
          <p:cNvPr id="36" name="SK-31-img-18" descr="preencoded.png">
            <a:extLst>
              <a:ext uri="{FF2B5EF4-FFF2-40B4-BE49-F238E27FC236}">
                <a16:creationId xmlns:a16="http://schemas.microsoft.com/office/drawing/2014/main" id="{222FD194-A071-C9F5-240F-B40A15076E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06807" y="1632496"/>
            <a:ext cx="285750" cy="228600"/>
          </a:xfrm>
          <a:prstGeom prst="rect">
            <a:avLst/>
          </a:prstGeom>
        </p:spPr>
      </p:pic>
      <p:pic>
        <p:nvPicPr>
          <p:cNvPr id="42" name="SK-31-img-21" descr="preencoded.png">
            <a:extLst>
              <a:ext uri="{FF2B5EF4-FFF2-40B4-BE49-F238E27FC236}">
                <a16:creationId xmlns:a16="http://schemas.microsoft.com/office/drawing/2014/main" id="{6BF9B931-6F14-58C2-AAA8-0B579B19F10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9673" y="5601491"/>
            <a:ext cx="1944707" cy="442913"/>
          </a:xfrm>
          <a:prstGeom prst="rect">
            <a:avLst/>
          </a:prstGeom>
        </p:spPr>
      </p:pic>
      <p:pic>
        <p:nvPicPr>
          <p:cNvPr id="44" name="SK-31-img-22" descr="preencoded.png">
            <a:extLst>
              <a:ext uri="{FF2B5EF4-FFF2-40B4-BE49-F238E27FC236}">
                <a16:creationId xmlns:a16="http://schemas.microsoft.com/office/drawing/2014/main" id="{C9833E7E-4D4D-B6C6-37E7-907C7CE1F98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9834" y="5736875"/>
            <a:ext cx="214313" cy="175320"/>
          </a:xfrm>
          <a:prstGeom prst="rect">
            <a:avLst/>
          </a:prstGeom>
        </p:spPr>
      </p:pic>
      <p:pic>
        <p:nvPicPr>
          <p:cNvPr id="46" name="SK-31-img-23" descr="preencoded.png">
            <a:extLst>
              <a:ext uri="{FF2B5EF4-FFF2-40B4-BE49-F238E27FC236}">
                <a16:creationId xmlns:a16="http://schemas.microsoft.com/office/drawing/2014/main" id="{BEA8C990-E9CF-C23C-799F-4D0103211E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4962" y="5601491"/>
            <a:ext cx="1944707" cy="442913"/>
          </a:xfrm>
          <a:prstGeom prst="rect">
            <a:avLst/>
          </a:prstGeom>
        </p:spPr>
      </p:pic>
      <p:pic>
        <p:nvPicPr>
          <p:cNvPr id="48" name="SK-31-img-24" descr="preencoded.png">
            <a:extLst>
              <a:ext uri="{FF2B5EF4-FFF2-40B4-BE49-F238E27FC236}">
                <a16:creationId xmlns:a16="http://schemas.microsoft.com/office/drawing/2014/main" id="{1935E0D8-1B41-4E55-4274-BF4E1E2BAE2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7362" y="5735287"/>
            <a:ext cx="214313" cy="175320"/>
          </a:xfrm>
          <a:prstGeom prst="rect">
            <a:avLst/>
          </a:prstGeom>
        </p:spPr>
      </p:pic>
      <p:pic>
        <p:nvPicPr>
          <p:cNvPr id="50" name="SK-31-img-25" descr="preencoded.png">
            <a:extLst>
              <a:ext uri="{FF2B5EF4-FFF2-40B4-BE49-F238E27FC236}">
                <a16:creationId xmlns:a16="http://schemas.microsoft.com/office/drawing/2014/main" id="{45C30F41-AB54-BB1F-C7D1-5B7444FA91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576888"/>
            <a:ext cx="1944707" cy="442913"/>
          </a:xfrm>
          <a:prstGeom prst="rect">
            <a:avLst/>
          </a:prstGeom>
        </p:spPr>
      </p:pic>
      <p:pic>
        <p:nvPicPr>
          <p:cNvPr id="52" name="SK-31-img-26" descr="preencoded.png">
            <a:extLst>
              <a:ext uri="{FF2B5EF4-FFF2-40B4-BE49-F238E27FC236}">
                <a16:creationId xmlns:a16="http://schemas.microsoft.com/office/drawing/2014/main" id="{B8563BD2-1EA1-0C18-6CFF-63E6B92EB1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" y="5710684"/>
            <a:ext cx="214313" cy="175320"/>
          </a:xfrm>
          <a:prstGeom prst="rect">
            <a:avLst/>
          </a:prstGeom>
        </p:spPr>
      </p:pic>
      <p:pic>
        <p:nvPicPr>
          <p:cNvPr id="54" name="SK-31-img-27" descr="preencoded.png">
            <a:extLst>
              <a:ext uri="{FF2B5EF4-FFF2-40B4-BE49-F238E27FC236}">
                <a16:creationId xmlns:a16="http://schemas.microsoft.com/office/drawing/2014/main" id="{B1506718-8A64-662D-7B3E-FBF53520293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27349" y="5576888"/>
            <a:ext cx="1772031" cy="442913"/>
          </a:xfrm>
          <a:prstGeom prst="rect">
            <a:avLst/>
          </a:prstGeom>
        </p:spPr>
      </p:pic>
      <p:pic>
        <p:nvPicPr>
          <p:cNvPr id="56" name="SK-31-img-28" descr="preencoded.png">
            <a:extLst>
              <a:ext uri="{FF2B5EF4-FFF2-40B4-BE49-F238E27FC236}">
                <a16:creationId xmlns:a16="http://schemas.microsoft.com/office/drawing/2014/main" id="{42601BF2-432D-D722-C597-68B8FB3437F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79749" y="5710684"/>
            <a:ext cx="214313" cy="175320"/>
          </a:xfrm>
          <a:prstGeom prst="rect">
            <a:avLst/>
          </a:prstGeom>
        </p:spPr>
      </p:pic>
      <p:sp>
        <p:nvSpPr>
          <p:cNvPr id="62" name="SK-31-text-32">
            <a:extLst>
              <a:ext uri="{FF2B5EF4-FFF2-40B4-BE49-F238E27FC236}">
                <a16:creationId xmlns:a16="http://schemas.microsoft.com/office/drawing/2014/main" id="{68CB77CD-7A13-AC8B-1843-65CA47BDDC7F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64" name="SK-31-text-33">
            <a:extLst>
              <a:ext uri="{FF2B5EF4-FFF2-40B4-BE49-F238E27FC236}">
                <a16:creationId xmlns:a16="http://schemas.microsoft.com/office/drawing/2014/main" id="{D51078ED-0D33-7D51-DA51-94949538FA89}"/>
              </a:ext>
            </a:extLst>
          </p:cNvPr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Validation des données et données de test</a:t>
            </a:r>
            <a:endParaRPr lang="en-US" sz="2400" dirty="0"/>
          </a:p>
        </p:txBody>
      </p:sp>
      <p:sp>
        <p:nvSpPr>
          <p:cNvPr id="66" name="SK-31-text-34">
            <a:extLst>
              <a:ext uri="{FF2B5EF4-FFF2-40B4-BE49-F238E27FC236}">
                <a16:creationId xmlns:a16="http://schemas.microsoft.com/office/drawing/2014/main" id="{EDF092F6-DA32-618C-7691-F5AAD64601DB}"/>
              </a:ext>
            </a:extLst>
          </p:cNvPr>
          <p:cNvSpPr/>
          <p:nvPr/>
        </p:nvSpPr>
        <p:spPr>
          <a:xfrm>
            <a:off x="1208633" y="2127796"/>
            <a:ext cx="866775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</a:rPr>
              <a:t>Utilisateur</a:t>
            </a:r>
            <a:endParaRPr lang="en-US" sz="1125" dirty="0"/>
          </a:p>
        </p:txBody>
      </p:sp>
      <p:sp>
        <p:nvSpPr>
          <p:cNvPr id="68" name="SK-31-text-35">
            <a:extLst>
              <a:ext uri="{FF2B5EF4-FFF2-40B4-BE49-F238E27FC236}">
                <a16:creationId xmlns:a16="http://schemas.microsoft.com/office/drawing/2014/main" id="{FD5204C8-18D0-867E-5B17-B733FA597EC8}"/>
              </a:ext>
            </a:extLst>
          </p:cNvPr>
          <p:cNvSpPr/>
          <p:nvPr/>
        </p:nvSpPr>
        <p:spPr>
          <a:xfrm>
            <a:off x="3221236" y="2127796"/>
            <a:ext cx="12954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</a:rPr>
              <a:t>Validation HTML</a:t>
            </a:r>
            <a:endParaRPr lang="en-US" sz="1125" dirty="0"/>
          </a:p>
        </p:txBody>
      </p:sp>
      <p:sp>
        <p:nvSpPr>
          <p:cNvPr id="70" name="SK-31-text-36">
            <a:extLst>
              <a:ext uri="{FF2B5EF4-FFF2-40B4-BE49-F238E27FC236}">
                <a16:creationId xmlns:a16="http://schemas.microsoft.com/office/drawing/2014/main" id="{979CC180-AF82-5F3C-8F42-194E44CA498B}"/>
              </a:ext>
            </a:extLst>
          </p:cNvPr>
          <p:cNvSpPr/>
          <p:nvPr/>
        </p:nvSpPr>
        <p:spPr>
          <a:xfrm>
            <a:off x="5371951" y="2127796"/>
            <a:ext cx="14478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</a:rPr>
              <a:t>Validation Express</a:t>
            </a:r>
            <a:endParaRPr lang="en-US" sz="1125" dirty="0"/>
          </a:p>
        </p:txBody>
      </p:sp>
      <p:sp>
        <p:nvSpPr>
          <p:cNvPr id="72" name="SK-31-text-37">
            <a:extLst>
              <a:ext uri="{FF2B5EF4-FFF2-40B4-BE49-F238E27FC236}">
                <a16:creationId xmlns:a16="http://schemas.microsoft.com/office/drawing/2014/main" id="{8DBF152E-453D-5698-64A8-0113DC783C6E}"/>
              </a:ext>
            </a:extLst>
          </p:cNvPr>
          <p:cNvSpPr/>
          <p:nvPr/>
        </p:nvSpPr>
        <p:spPr>
          <a:xfrm>
            <a:off x="7527429" y="2127796"/>
            <a:ext cx="1590675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</a:rPr>
              <a:t>Validation Sequelize</a:t>
            </a:r>
            <a:endParaRPr lang="en-US" sz="1125" dirty="0"/>
          </a:p>
        </p:txBody>
      </p:sp>
      <p:sp>
        <p:nvSpPr>
          <p:cNvPr id="74" name="SK-31-text-38">
            <a:extLst>
              <a:ext uri="{FF2B5EF4-FFF2-40B4-BE49-F238E27FC236}">
                <a16:creationId xmlns:a16="http://schemas.microsoft.com/office/drawing/2014/main" id="{2C1EF719-C166-4F64-AF45-71CA8179E482}"/>
              </a:ext>
            </a:extLst>
          </p:cNvPr>
          <p:cNvSpPr/>
          <p:nvPr/>
        </p:nvSpPr>
        <p:spPr>
          <a:xfrm>
            <a:off x="10249644" y="2127796"/>
            <a:ext cx="600075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A5D48"/>
                </a:solidFill>
              </a:rPr>
              <a:t>MySQL</a:t>
            </a:r>
            <a:endParaRPr lang="en-US" sz="1125" dirty="0"/>
          </a:p>
        </p:txBody>
      </p:sp>
      <p:sp>
        <p:nvSpPr>
          <p:cNvPr id="78" name="SK-31-text-40">
            <a:extLst>
              <a:ext uri="{FF2B5EF4-FFF2-40B4-BE49-F238E27FC236}">
                <a16:creationId xmlns:a16="http://schemas.microsoft.com/office/drawing/2014/main" id="{6AC09D2F-C786-7B66-EE49-6409D3ABEE09}"/>
              </a:ext>
            </a:extLst>
          </p:cNvPr>
          <p:cNvSpPr/>
          <p:nvPr/>
        </p:nvSpPr>
        <p:spPr>
          <a:xfrm>
            <a:off x="4788447" y="5717379"/>
            <a:ext cx="33337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Champs obligatoires</a:t>
            </a:r>
            <a:endParaRPr lang="en-US" sz="1125" dirty="0"/>
          </a:p>
        </p:txBody>
      </p:sp>
      <p:sp>
        <p:nvSpPr>
          <p:cNvPr id="80" name="SK-31-text-41">
            <a:extLst>
              <a:ext uri="{FF2B5EF4-FFF2-40B4-BE49-F238E27FC236}">
                <a16:creationId xmlns:a16="http://schemas.microsoft.com/office/drawing/2014/main" id="{6056D9B7-3905-5506-EA68-29F467AF3BC2}"/>
              </a:ext>
            </a:extLst>
          </p:cNvPr>
          <p:cNvSpPr/>
          <p:nvPr/>
        </p:nvSpPr>
        <p:spPr>
          <a:xfrm>
            <a:off x="6765975" y="5715791"/>
            <a:ext cx="31623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 des dates</a:t>
            </a:r>
            <a:endParaRPr lang="en-US" sz="1125" dirty="0"/>
          </a:p>
        </p:txBody>
      </p:sp>
      <p:sp>
        <p:nvSpPr>
          <p:cNvPr id="82" name="SK-31-text-42">
            <a:extLst>
              <a:ext uri="{FF2B5EF4-FFF2-40B4-BE49-F238E27FC236}">
                <a16:creationId xmlns:a16="http://schemas.microsoft.com/office/drawing/2014/main" id="{EEDF1200-1A45-A9F5-8752-04DAAF182994}"/>
              </a:ext>
            </a:extLst>
          </p:cNvPr>
          <p:cNvSpPr/>
          <p:nvPr/>
        </p:nvSpPr>
        <p:spPr>
          <a:xfrm>
            <a:off x="1052513" y="5691188"/>
            <a:ext cx="31623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Valeurs numériques</a:t>
            </a:r>
            <a:endParaRPr lang="en-US" sz="1125" dirty="0"/>
          </a:p>
        </p:txBody>
      </p:sp>
      <p:sp>
        <p:nvSpPr>
          <p:cNvPr id="84" name="SK-31-text-43">
            <a:extLst>
              <a:ext uri="{FF2B5EF4-FFF2-40B4-BE49-F238E27FC236}">
                <a16:creationId xmlns:a16="http://schemas.microsoft.com/office/drawing/2014/main" id="{347E1C69-BD60-B53C-C6D7-5AF16C8B7FCF}"/>
              </a:ext>
            </a:extLst>
          </p:cNvPr>
          <p:cNvSpPr/>
          <p:nvPr/>
        </p:nvSpPr>
        <p:spPr>
          <a:xfrm>
            <a:off x="3008362" y="5691188"/>
            <a:ext cx="31623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serveur</a:t>
            </a:r>
            <a:endParaRPr lang="en-US" sz="1125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E809B2B-CF17-C497-2F14-321577190E0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58448" y="2493714"/>
            <a:ext cx="3249067" cy="379170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D714F50-E13C-E2C0-B860-8554F601F36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7030" y="2628311"/>
            <a:ext cx="7124700" cy="287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36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394D96B-E849-E1BA-DBF6-C967FA0D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Project </a:t>
            </a:r>
            <a:r>
              <a:rPr lang="fr-FR" dirty="0" err="1"/>
              <a:t>Review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5338A7E-EE4C-6F79-664C-E5C5A002C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519A8B-CADD-BBFC-707F-E8145A3B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32</a:t>
            </a:fld>
            <a:endParaRPr lang="fr-FR"/>
          </a:p>
        </p:txBody>
      </p:sp>
      <p:pic>
        <p:nvPicPr>
          <p:cNvPr id="6" name="SK-32-img-3" descr="preencoded.png">
            <a:extLst>
              <a:ext uri="{FF2B5EF4-FFF2-40B4-BE49-F238E27FC236}">
                <a16:creationId xmlns:a16="http://schemas.microsoft.com/office/drawing/2014/main" id="{157CD562-4165-2441-72A5-7C493160E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10668000" cy="641896"/>
          </a:xfrm>
          <a:prstGeom prst="rect">
            <a:avLst/>
          </a:prstGeom>
        </p:spPr>
      </p:pic>
      <p:pic>
        <p:nvPicPr>
          <p:cNvPr id="8" name="SK-32-img-4" descr="preencoded.png">
            <a:extLst>
              <a:ext uri="{FF2B5EF4-FFF2-40B4-BE49-F238E27FC236}">
                <a16:creationId xmlns:a16="http://schemas.microsoft.com/office/drawing/2014/main" id="{8BC5FC60-C68B-34B5-C628-36696D439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51496"/>
            <a:ext cx="5219700" cy="20859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SK-32-img-5" descr="preencoded.png">
            <a:extLst>
              <a:ext uri="{FF2B5EF4-FFF2-40B4-BE49-F238E27FC236}">
                <a16:creationId xmlns:a16="http://schemas.microsoft.com/office/drawing/2014/main" id="{081F8B02-7579-B6E6-B54B-36FBD0158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41996"/>
            <a:ext cx="381000" cy="381000"/>
          </a:xfrm>
          <a:prstGeom prst="rect">
            <a:avLst/>
          </a:prstGeom>
        </p:spPr>
      </p:pic>
      <p:pic>
        <p:nvPicPr>
          <p:cNvPr id="12" name="SK-32-img-6" descr="preencoded.png">
            <a:extLst>
              <a:ext uri="{FF2B5EF4-FFF2-40B4-BE49-F238E27FC236}">
                <a16:creationId xmlns:a16="http://schemas.microsoft.com/office/drawing/2014/main" id="{C21105C4-E764-9063-4EA5-275775C4C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38" y="1537246"/>
            <a:ext cx="238125" cy="190500"/>
          </a:xfrm>
          <a:prstGeom prst="rect">
            <a:avLst/>
          </a:prstGeom>
        </p:spPr>
      </p:pic>
      <p:pic>
        <p:nvPicPr>
          <p:cNvPr id="14" name="SK-32-img-7" descr="preencoded.png">
            <a:extLst>
              <a:ext uri="{FF2B5EF4-FFF2-40B4-BE49-F238E27FC236}">
                <a16:creationId xmlns:a16="http://schemas.microsoft.com/office/drawing/2014/main" id="{B1549FC1-FB02-403B-45F1-DE40D07AC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975396"/>
            <a:ext cx="666750" cy="180975"/>
          </a:xfrm>
          <a:prstGeom prst="rect">
            <a:avLst/>
          </a:prstGeom>
        </p:spPr>
      </p:pic>
      <p:pic>
        <p:nvPicPr>
          <p:cNvPr id="16" name="SK-32-img-8" descr="preencoded.png">
            <a:extLst>
              <a:ext uri="{FF2B5EF4-FFF2-40B4-BE49-F238E27FC236}">
                <a16:creationId xmlns:a16="http://schemas.microsoft.com/office/drawing/2014/main" id="{CF51CF2C-1CB5-C4AA-A71B-78BB92D255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470696"/>
            <a:ext cx="666750" cy="180975"/>
          </a:xfrm>
          <a:prstGeom prst="rect">
            <a:avLst/>
          </a:prstGeom>
        </p:spPr>
      </p:pic>
      <p:pic>
        <p:nvPicPr>
          <p:cNvPr id="18" name="SK-32-img-9" descr="preencoded.png">
            <a:extLst>
              <a:ext uri="{FF2B5EF4-FFF2-40B4-BE49-F238E27FC236}">
                <a16:creationId xmlns:a16="http://schemas.microsoft.com/office/drawing/2014/main" id="{B5E73EF4-B739-EF27-FC72-0CD0E2A55C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2965996"/>
            <a:ext cx="666750" cy="180975"/>
          </a:xfrm>
          <a:prstGeom prst="rect">
            <a:avLst/>
          </a:prstGeom>
        </p:spPr>
      </p:pic>
      <p:pic>
        <p:nvPicPr>
          <p:cNvPr id="20" name="SK-32-img-10" descr="preencoded.png">
            <a:extLst>
              <a:ext uri="{FF2B5EF4-FFF2-40B4-BE49-F238E27FC236}">
                <a16:creationId xmlns:a16="http://schemas.microsoft.com/office/drawing/2014/main" id="{F29F8B70-1FFD-880E-5979-3B5BB6548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251496"/>
            <a:ext cx="5219700" cy="20859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SK-32-img-11" descr="preencoded.png">
            <a:extLst>
              <a:ext uri="{FF2B5EF4-FFF2-40B4-BE49-F238E27FC236}">
                <a16:creationId xmlns:a16="http://schemas.microsoft.com/office/drawing/2014/main" id="{7E580AAE-2CB4-A987-7E48-63B2C23C01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441996"/>
            <a:ext cx="381000" cy="381000"/>
          </a:xfrm>
          <a:prstGeom prst="rect">
            <a:avLst/>
          </a:prstGeom>
        </p:spPr>
      </p:pic>
      <p:pic>
        <p:nvPicPr>
          <p:cNvPr id="24" name="SK-32-img-12" descr="preencoded.png">
            <a:extLst>
              <a:ext uri="{FF2B5EF4-FFF2-40B4-BE49-F238E27FC236}">
                <a16:creationId xmlns:a16="http://schemas.microsoft.com/office/drawing/2014/main" id="{355488DD-9736-A3FC-05DE-1BDB1C0E60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2238" y="1537246"/>
            <a:ext cx="238125" cy="190500"/>
          </a:xfrm>
          <a:prstGeom prst="rect">
            <a:avLst/>
          </a:prstGeom>
        </p:spPr>
      </p:pic>
      <p:pic>
        <p:nvPicPr>
          <p:cNvPr id="26" name="SK-32-img-13" descr="preencoded.png">
            <a:extLst>
              <a:ext uri="{FF2B5EF4-FFF2-40B4-BE49-F238E27FC236}">
                <a16:creationId xmlns:a16="http://schemas.microsoft.com/office/drawing/2014/main" id="{EF4A85D0-142B-E00C-44D2-EA4AB0554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2016209"/>
            <a:ext cx="666750" cy="180975"/>
          </a:xfrm>
          <a:prstGeom prst="rect">
            <a:avLst/>
          </a:prstGeom>
        </p:spPr>
      </p:pic>
      <p:pic>
        <p:nvPicPr>
          <p:cNvPr id="28" name="SK-32-img-14" descr="preencoded.png">
            <a:extLst>
              <a:ext uri="{FF2B5EF4-FFF2-40B4-BE49-F238E27FC236}">
                <a16:creationId xmlns:a16="http://schemas.microsoft.com/office/drawing/2014/main" id="{DEDF751B-8C44-1096-A1DB-87AE35038D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470696"/>
            <a:ext cx="666750" cy="180975"/>
          </a:xfrm>
          <a:prstGeom prst="rect">
            <a:avLst/>
          </a:prstGeom>
        </p:spPr>
      </p:pic>
      <p:pic>
        <p:nvPicPr>
          <p:cNvPr id="30" name="SK-32-img-15" descr="preencoded.png">
            <a:extLst>
              <a:ext uri="{FF2B5EF4-FFF2-40B4-BE49-F238E27FC236}">
                <a16:creationId xmlns:a16="http://schemas.microsoft.com/office/drawing/2014/main" id="{B81FDD3C-8C15-F312-FC9E-47E8714FFF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965996"/>
            <a:ext cx="666750" cy="180975"/>
          </a:xfrm>
          <a:prstGeom prst="rect">
            <a:avLst/>
          </a:prstGeom>
        </p:spPr>
      </p:pic>
      <p:pic>
        <p:nvPicPr>
          <p:cNvPr id="32" name="SK-32-img-16" descr="preencoded.png">
            <a:extLst>
              <a:ext uri="{FF2B5EF4-FFF2-40B4-BE49-F238E27FC236}">
                <a16:creationId xmlns:a16="http://schemas.microsoft.com/office/drawing/2014/main" id="{0007F8E2-9A45-8AFE-1197-54C30777F2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566071"/>
            <a:ext cx="5219700" cy="20859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4" name="SK-32-img-17" descr="preencoded.png">
            <a:extLst>
              <a:ext uri="{FF2B5EF4-FFF2-40B4-BE49-F238E27FC236}">
                <a16:creationId xmlns:a16="http://schemas.microsoft.com/office/drawing/2014/main" id="{0E2A4890-97D2-336C-5BA4-3B50CE5A6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756571"/>
            <a:ext cx="381000" cy="381000"/>
          </a:xfrm>
          <a:prstGeom prst="rect">
            <a:avLst/>
          </a:prstGeom>
        </p:spPr>
      </p:pic>
      <p:pic>
        <p:nvPicPr>
          <p:cNvPr id="36" name="SK-32-img-18" descr="preencoded.png">
            <a:extLst>
              <a:ext uri="{FF2B5EF4-FFF2-40B4-BE49-F238E27FC236}">
                <a16:creationId xmlns:a16="http://schemas.microsoft.com/office/drawing/2014/main" id="{27343E38-BBB7-3DF6-52E9-77BAD1AE17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938" y="3851821"/>
            <a:ext cx="238125" cy="190500"/>
          </a:xfrm>
          <a:prstGeom prst="rect">
            <a:avLst/>
          </a:prstGeom>
        </p:spPr>
      </p:pic>
      <p:pic>
        <p:nvPicPr>
          <p:cNvPr id="38" name="SK-32-img-19" descr="preencoded.png">
            <a:extLst>
              <a:ext uri="{FF2B5EF4-FFF2-40B4-BE49-F238E27FC236}">
                <a16:creationId xmlns:a16="http://schemas.microsoft.com/office/drawing/2014/main" id="{27EA8FA8-6E44-CD1B-63B2-4397F7B53C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289971"/>
            <a:ext cx="666750" cy="180975"/>
          </a:xfrm>
          <a:prstGeom prst="rect">
            <a:avLst/>
          </a:prstGeom>
        </p:spPr>
      </p:pic>
      <p:pic>
        <p:nvPicPr>
          <p:cNvPr id="40" name="SK-32-img-20" descr="preencoded.png">
            <a:extLst>
              <a:ext uri="{FF2B5EF4-FFF2-40B4-BE49-F238E27FC236}">
                <a16:creationId xmlns:a16="http://schemas.microsoft.com/office/drawing/2014/main" id="{0327256D-A36A-3AEC-7CE7-DC3F68F3E5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4785271"/>
            <a:ext cx="666750" cy="180975"/>
          </a:xfrm>
          <a:prstGeom prst="rect">
            <a:avLst/>
          </a:prstGeom>
        </p:spPr>
      </p:pic>
      <p:pic>
        <p:nvPicPr>
          <p:cNvPr id="42" name="SK-32-img-21" descr="preencoded.png">
            <a:extLst>
              <a:ext uri="{FF2B5EF4-FFF2-40B4-BE49-F238E27FC236}">
                <a16:creationId xmlns:a16="http://schemas.microsoft.com/office/drawing/2014/main" id="{9BB850A0-2EF1-36B4-7832-1F2B1CC47C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280571"/>
            <a:ext cx="666750" cy="180975"/>
          </a:xfrm>
          <a:prstGeom prst="rect">
            <a:avLst/>
          </a:prstGeom>
        </p:spPr>
      </p:pic>
      <p:pic>
        <p:nvPicPr>
          <p:cNvPr id="44" name="SK-32-img-22" descr="preencoded.png">
            <a:extLst>
              <a:ext uri="{FF2B5EF4-FFF2-40B4-BE49-F238E27FC236}">
                <a16:creationId xmlns:a16="http://schemas.microsoft.com/office/drawing/2014/main" id="{CD3EC686-1CAC-8983-0A87-7E8D649628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566071"/>
            <a:ext cx="5219700" cy="20859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6" name="SK-32-img-23" descr="preencoded.png">
            <a:extLst>
              <a:ext uri="{FF2B5EF4-FFF2-40B4-BE49-F238E27FC236}">
                <a16:creationId xmlns:a16="http://schemas.microsoft.com/office/drawing/2014/main" id="{3A6A0126-5CBF-B800-2EB3-49CA6B750B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756571"/>
            <a:ext cx="381000" cy="381000"/>
          </a:xfrm>
          <a:prstGeom prst="rect">
            <a:avLst/>
          </a:prstGeom>
        </p:spPr>
      </p:pic>
      <p:pic>
        <p:nvPicPr>
          <p:cNvPr id="48" name="SK-32-img-24" descr="preencoded.png">
            <a:extLst>
              <a:ext uri="{FF2B5EF4-FFF2-40B4-BE49-F238E27FC236}">
                <a16:creationId xmlns:a16="http://schemas.microsoft.com/office/drawing/2014/main" id="{F1A77C78-1007-7BC6-D7A8-F7E25C764E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2238" y="3851821"/>
            <a:ext cx="238125" cy="190500"/>
          </a:xfrm>
          <a:prstGeom prst="rect">
            <a:avLst/>
          </a:prstGeom>
        </p:spPr>
      </p:pic>
      <p:pic>
        <p:nvPicPr>
          <p:cNvPr id="50" name="SK-32-img-25" descr="preencoded.png">
            <a:extLst>
              <a:ext uri="{FF2B5EF4-FFF2-40B4-BE49-F238E27FC236}">
                <a16:creationId xmlns:a16="http://schemas.microsoft.com/office/drawing/2014/main" id="{61282470-36E9-2A2A-EF7D-17EB346915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349501"/>
            <a:ext cx="666750" cy="180975"/>
          </a:xfrm>
          <a:prstGeom prst="rect">
            <a:avLst/>
          </a:prstGeom>
        </p:spPr>
      </p:pic>
      <p:pic>
        <p:nvPicPr>
          <p:cNvPr id="52" name="SK-32-img-26" descr="preencoded.png">
            <a:extLst>
              <a:ext uri="{FF2B5EF4-FFF2-40B4-BE49-F238E27FC236}">
                <a16:creationId xmlns:a16="http://schemas.microsoft.com/office/drawing/2014/main" id="{10485DBC-3524-0813-F1DF-9D46DBC272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4846693"/>
            <a:ext cx="666750" cy="180975"/>
          </a:xfrm>
          <a:prstGeom prst="rect">
            <a:avLst/>
          </a:prstGeom>
        </p:spPr>
      </p:pic>
      <p:pic>
        <p:nvPicPr>
          <p:cNvPr id="54" name="SK-32-img-27" descr="preencoded.png">
            <a:extLst>
              <a:ext uri="{FF2B5EF4-FFF2-40B4-BE49-F238E27FC236}">
                <a16:creationId xmlns:a16="http://schemas.microsoft.com/office/drawing/2014/main" id="{46C05F91-CF15-0456-E7B2-E45228B563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280571"/>
            <a:ext cx="666750" cy="180975"/>
          </a:xfrm>
          <a:prstGeom prst="rect">
            <a:avLst/>
          </a:prstGeom>
        </p:spPr>
      </p:pic>
      <p:pic>
        <p:nvPicPr>
          <p:cNvPr id="56" name="SK-32-img-28" descr="preencoded.png">
            <a:extLst>
              <a:ext uri="{FF2B5EF4-FFF2-40B4-BE49-F238E27FC236}">
                <a16:creationId xmlns:a16="http://schemas.microsoft.com/office/drawing/2014/main" id="{8BDCC9E6-847F-6858-FAE6-BD8ED532964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5880646"/>
            <a:ext cx="10668000" cy="471488"/>
          </a:xfrm>
          <a:prstGeom prst="rect">
            <a:avLst/>
          </a:prstGeom>
        </p:spPr>
      </p:pic>
      <p:pic>
        <p:nvPicPr>
          <p:cNvPr id="58" name="SK-32-img-29" descr="preencoded.png">
            <a:extLst>
              <a:ext uri="{FF2B5EF4-FFF2-40B4-BE49-F238E27FC236}">
                <a16:creationId xmlns:a16="http://schemas.microsoft.com/office/drawing/2014/main" id="{86961641-43EB-69AD-129C-6FF01CB9970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81275" y="6021139"/>
            <a:ext cx="238125" cy="190500"/>
          </a:xfrm>
          <a:prstGeom prst="rect">
            <a:avLst/>
          </a:prstGeom>
        </p:spPr>
      </p:pic>
      <p:sp>
        <p:nvSpPr>
          <p:cNvPr id="60" name="SK-32-text-31">
            <a:extLst>
              <a:ext uri="{FF2B5EF4-FFF2-40B4-BE49-F238E27FC236}">
                <a16:creationId xmlns:a16="http://schemas.microsoft.com/office/drawing/2014/main" id="{2CC3C41C-E2DE-4874-51E5-27A6F1A1C258}"/>
              </a:ext>
            </a:extLst>
          </p:cNvPr>
          <p:cNvSpPr/>
          <p:nvPr/>
        </p:nvSpPr>
        <p:spPr>
          <a:xfrm>
            <a:off x="952500" y="381000"/>
            <a:ext cx="10553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62" name="SK-32-text-32">
            <a:extLst>
              <a:ext uri="{FF2B5EF4-FFF2-40B4-BE49-F238E27FC236}">
                <a16:creationId xmlns:a16="http://schemas.microsoft.com/office/drawing/2014/main" id="{3749A0F4-8F22-0384-CD09-7C8CE9C1709D}"/>
              </a:ext>
            </a:extLst>
          </p:cNvPr>
          <p:cNvSpPr/>
          <p:nvPr/>
        </p:nvSpPr>
        <p:spPr>
          <a:xfrm>
            <a:off x="952500" y="657225"/>
            <a:ext cx="11239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Difficultés rencontrées et solutions</a:t>
            </a:r>
            <a:endParaRPr lang="en-US" sz="2400" dirty="0"/>
          </a:p>
        </p:txBody>
      </p:sp>
      <p:sp>
        <p:nvSpPr>
          <p:cNvPr id="64" name="SK-32-text-33">
            <a:extLst>
              <a:ext uri="{FF2B5EF4-FFF2-40B4-BE49-F238E27FC236}">
                <a16:creationId xmlns:a16="http://schemas.microsoft.com/office/drawing/2014/main" id="{39E48EEA-E964-1873-9FCA-6EBEE11B95FD}"/>
              </a:ext>
            </a:extLst>
          </p:cNvPr>
          <p:cNvSpPr/>
          <p:nvPr/>
        </p:nvSpPr>
        <p:spPr>
          <a:xfrm>
            <a:off x="1447800" y="1503908"/>
            <a:ext cx="37890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Base relationnelle</a:t>
            </a:r>
            <a:endParaRPr lang="en-US" sz="1350" dirty="0"/>
          </a:p>
        </p:txBody>
      </p:sp>
      <p:sp>
        <p:nvSpPr>
          <p:cNvPr id="66" name="SK-32-text-34">
            <a:extLst>
              <a:ext uri="{FF2B5EF4-FFF2-40B4-BE49-F238E27FC236}">
                <a16:creationId xmlns:a16="http://schemas.microsoft.com/office/drawing/2014/main" id="{4CE4CAD1-9515-57CA-D0E2-26793BB3A5DC}"/>
              </a:ext>
            </a:extLst>
          </p:cNvPr>
          <p:cNvSpPr/>
          <p:nvPr/>
        </p:nvSpPr>
        <p:spPr>
          <a:xfrm>
            <a:off x="914400" y="1975396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</a:t>
            </a:r>
            <a:endParaRPr lang="en-US" sz="750" dirty="0"/>
          </a:p>
        </p:txBody>
      </p:sp>
      <p:sp>
        <p:nvSpPr>
          <p:cNvPr id="68" name="SK-32-text-35">
            <a:extLst>
              <a:ext uri="{FF2B5EF4-FFF2-40B4-BE49-F238E27FC236}">
                <a16:creationId xmlns:a16="http://schemas.microsoft.com/office/drawing/2014/main" id="{59D11B7F-FEE2-0A42-9339-358FA2B0DE1A}"/>
              </a:ext>
            </a:extLst>
          </p:cNvPr>
          <p:cNvSpPr/>
          <p:nvPr/>
        </p:nvSpPr>
        <p:spPr>
          <a:xfrm>
            <a:off x="1733550" y="1875383"/>
            <a:ext cx="4057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Traduire le métier complexe en schéma de données normalisé.</a:t>
            </a:r>
            <a:endParaRPr lang="en-US" sz="1125" dirty="0"/>
          </a:p>
        </p:txBody>
      </p:sp>
      <p:sp>
        <p:nvSpPr>
          <p:cNvPr id="70" name="SK-32-text-36">
            <a:extLst>
              <a:ext uri="{FF2B5EF4-FFF2-40B4-BE49-F238E27FC236}">
                <a16:creationId xmlns:a16="http://schemas.microsoft.com/office/drawing/2014/main" id="{ED7D68AC-B930-E3CF-02C0-3BAEFB97B151}"/>
              </a:ext>
            </a:extLst>
          </p:cNvPr>
          <p:cNvSpPr/>
          <p:nvPr/>
        </p:nvSpPr>
        <p:spPr>
          <a:xfrm>
            <a:off x="914400" y="2470696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750" dirty="0"/>
          </a:p>
        </p:txBody>
      </p:sp>
      <p:sp>
        <p:nvSpPr>
          <p:cNvPr id="72" name="SK-32-text-37">
            <a:extLst>
              <a:ext uri="{FF2B5EF4-FFF2-40B4-BE49-F238E27FC236}">
                <a16:creationId xmlns:a16="http://schemas.microsoft.com/office/drawing/2014/main" id="{9F8E2529-70C0-67D6-A923-4C5DC1D6D94C}"/>
              </a:ext>
            </a:extLst>
          </p:cNvPr>
          <p:cNvSpPr/>
          <p:nvPr/>
        </p:nvSpPr>
        <p:spPr>
          <a:xfrm>
            <a:off x="1733550" y="2432596"/>
            <a:ext cx="4057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Création du MCD et gestion rigoureuse des associations Sequelize.</a:t>
            </a:r>
            <a:endParaRPr lang="en-US" sz="1125" dirty="0"/>
          </a:p>
        </p:txBody>
      </p:sp>
      <p:sp>
        <p:nvSpPr>
          <p:cNvPr id="74" name="SK-32-text-38">
            <a:extLst>
              <a:ext uri="{FF2B5EF4-FFF2-40B4-BE49-F238E27FC236}">
                <a16:creationId xmlns:a16="http://schemas.microsoft.com/office/drawing/2014/main" id="{4CCDD6CC-F8AA-9D41-B8F3-7C21A5923E71}"/>
              </a:ext>
            </a:extLst>
          </p:cNvPr>
          <p:cNvSpPr/>
          <p:nvPr/>
        </p:nvSpPr>
        <p:spPr>
          <a:xfrm>
            <a:off x="914400" y="2965996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</a:t>
            </a:r>
            <a:endParaRPr lang="en-US" sz="750" dirty="0"/>
          </a:p>
        </p:txBody>
      </p:sp>
      <p:sp>
        <p:nvSpPr>
          <p:cNvPr id="76" name="SK-32-text-39">
            <a:extLst>
              <a:ext uri="{FF2B5EF4-FFF2-40B4-BE49-F238E27FC236}">
                <a16:creationId xmlns:a16="http://schemas.microsoft.com/office/drawing/2014/main" id="{55E7E9D8-8CCB-78AE-7834-2E8248F4660A}"/>
              </a:ext>
            </a:extLst>
          </p:cNvPr>
          <p:cNvSpPr/>
          <p:nvPr/>
        </p:nvSpPr>
        <p:spPr>
          <a:xfrm>
            <a:off x="1733550" y="2927896"/>
            <a:ext cx="8648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intègre, performante et évolutive.</a:t>
            </a:r>
            <a:endParaRPr lang="en-US" sz="1125" dirty="0"/>
          </a:p>
        </p:txBody>
      </p:sp>
      <p:sp>
        <p:nvSpPr>
          <p:cNvPr id="78" name="SK-32-text-40">
            <a:extLst>
              <a:ext uri="{FF2B5EF4-FFF2-40B4-BE49-F238E27FC236}">
                <a16:creationId xmlns:a16="http://schemas.microsoft.com/office/drawing/2014/main" id="{F5F26012-ACF6-4A2C-6A8B-FD75567E0668}"/>
              </a:ext>
            </a:extLst>
          </p:cNvPr>
          <p:cNvSpPr/>
          <p:nvPr/>
        </p:nvSpPr>
        <p:spPr>
          <a:xfrm>
            <a:off x="6896100" y="1503908"/>
            <a:ext cx="52959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Automatisation du workflow</a:t>
            </a:r>
            <a:endParaRPr lang="en-US" sz="1350" dirty="0"/>
          </a:p>
        </p:txBody>
      </p:sp>
      <p:sp>
        <p:nvSpPr>
          <p:cNvPr id="80" name="SK-32-text-41">
            <a:extLst>
              <a:ext uri="{FF2B5EF4-FFF2-40B4-BE49-F238E27FC236}">
                <a16:creationId xmlns:a16="http://schemas.microsoft.com/office/drawing/2014/main" id="{11B7376E-BFAC-9587-66D2-375137B13D65}"/>
              </a:ext>
            </a:extLst>
          </p:cNvPr>
          <p:cNvSpPr/>
          <p:nvPr/>
        </p:nvSpPr>
        <p:spPr>
          <a:xfrm>
            <a:off x="6400800" y="2016209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</a:t>
            </a:r>
            <a:endParaRPr lang="en-US" sz="750" dirty="0"/>
          </a:p>
        </p:txBody>
      </p:sp>
      <p:sp>
        <p:nvSpPr>
          <p:cNvPr id="82" name="SK-32-text-42">
            <a:extLst>
              <a:ext uri="{FF2B5EF4-FFF2-40B4-BE49-F238E27FC236}">
                <a16:creationId xmlns:a16="http://schemas.microsoft.com/office/drawing/2014/main" id="{F3B5160C-9124-A6BE-7785-EF3322EBC16C}"/>
              </a:ext>
            </a:extLst>
          </p:cNvPr>
          <p:cNvSpPr/>
          <p:nvPr/>
        </p:nvSpPr>
        <p:spPr>
          <a:xfrm>
            <a:off x="7219950" y="2003971"/>
            <a:ext cx="5010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Éviter les ressaisies manuelles et les erreurs de calcul.</a:t>
            </a:r>
            <a:endParaRPr lang="en-US" sz="1125" dirty="0"/>
          </a:p>
        </p:txBody>
      </p:sp>
      <p:sp>
        <p:nvSpPr>
          <p:cNvPr id="84" name="SK-32-text-43">
            <a:extLst>
              <a:ext uri="{FF2B5EF4-FFF2-40B4-BE49-F238E27FC236}">
                <a16:creationId xmlns:a16="http://schemas.microsoft.com/office/drawing/2014/main" id="{394B2153-FE69-6BE2-4CAE-C65E45A1945C}"/>
              </a:ext>
            </a:extLst>
          </p:cNvPr>
          <p:cNvSpPr/>
          <p:nvPr/>
        </p:nvSpPr>
        <p:spPr>
          <a:xfrm>
            <a:off x="6362700" y="2470696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750" dirty="0"/>
          </a:p>
        </p:txBody>
      </p:sp>
      <p:sp>
        <p:nvSpPr>
          <p:cNvPr id="86" name="SK-32-text-44">
            <a:extLst>
              <a:ext uri="{FF2B5EF4-FFF2-40B4-BE49-F238E27FC236}">
                <a16:creationId xmlns:a16="http://schemas.microsoft.com/office/drawing/2014/main" id="{7AC42EEA-3EB8-6B90-E128-76A1DA9EC86C}"/>
              </a:ext>
            </a:extLst>
          </p:cNvPr>
          <p:cNvSpPr/>
          <p:nvPr/>
        </p:nvSpPr>
        <p:spPr>
          <a:xfrm>
            <a:off x="7181850" y="2432596"/>
            <a:ext cx="4057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Enchaînement logique et automatisé Devis → Facture → Paiement.</a:t>
            </a:r>
            <a:endParaRPr lang="en-US" sz="1125" dirty="0"/>
          </a:p>
        </p:txBody>
      </p:sp>
      <p:sp>
        <p:nvSpPr>
          <p:cNvPr id="88" name="SK-32-text-45">
            <a:extLst>
              <a:ext uri="{FF2B5EF4-FFF2-40B4-BE49-F238E27FC236}">
                <a16:creationId xmlns:a16="http://schemas.microsoft.com/office/drawing/2014/main" id="{DAA5F29C-C298-54EF-B9E0-78B92D8C775E}"/>
              </a:ext>
            </a:extLst>
          </p:cNvPr>
          <p:cNvSpPr/>
          <p:nvPr/>
        </p:nvSpPr>
        <p:spPr>
          <a:xfrm>
            <a:off x="6362700" y="2965996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</a:t>
            </a:r>
            <a:endParaRPr lang="en-US" sz="750" dirty="0"/>
          </a:p>
        </p:txBody>
      </p:sp>
      <p:sp>
        <p:nvSpPr>
          <p:cNvPr id="90" name="SK-32-text-46">
            <a:extLst>
              <a:ext uri="{FF2B5EF4-FFF2-40B4-BE49-F238E27FC236}">
                <a16:creationId xmlns:a16="http://schemas.microsoft.com/office/drawing/2014/main" id="{0BFE1ED0-3D68-3B89-45F7-26220030592B}"/>
              </a:ext>
            </a:extLst>
          </p:cNvPr>
          <p:cNvSpPr/>
          <p:nvPr/>
        </p:nvSpPr>
        <p:spPr>
          <a:xfrm>
            <a:off x="7181850" y="2927896"/>
            <a:ext cx="5010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de temps majeur et fluidité opérationnelle accrue.</a:t>
            </a:r>
            <a:endParaRPr lang="en-US" sz="1125" dirty="0"/>
          </a:p>
        </p:txBody>
      </p:sp>
      <p:sp>
        <p:nvSpPr>
          <p:cNvPr id="92" name="SK-32-text-47">
            <a:extLst>
              <a:ext uri="{FF2B5EF4-FFF2-40B4-BE49-F238E27FC236}">
                <a16:creationId xmlns:a16="http://schemas.microsoft.com/office/drawing/2014/main" id="{2779A621-8DF8-1CEB-0FA8-361BFC9D957C}"/>
              </a:ext>
            </a:extLst>
          </p:cNvPr>
          <p:cNvSpPr/>
          <p:nvPr/>
        </p:nvSpPr>
        <p:spPr>
          <a:xfrm>
            <a:off x="1447800" y="3818483"/>
            <a:ext cx="48177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Génération de documents</a:t>
            </a:r>
            <a:endParaRPr lang="en-US" sz="1350" dirty="0"/>
          </a:p>
        </p:txBody>
      </p:sp>
      <p:sp>
        <p:nvSpPr>
          <p:cNvPr id="94" name="SK-32-text-48">
            <a:extLst>
              <a:ext uri="{FF2B5EF4-FFF2-40B4-BE49-F238E27FC236}">
                <a16:creationId xmlns:a16="http://schemas.microsoft.com/office/drawing/2014/main" id="{0379A1CF-4B47-B6FE-3436-1AFD6526442E}"/>
              </a:ext>
            </a:extLst>
          </p:cNvPr>
          <p:cNvSpPr/>
          <p:nvPr/>
        </p:nvSpPr>
        <p:spPr>
          <a:xfrm>
            <a:off x="914400" y="4289971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</a:t>
            </a:r>
            <a:endParaRPr lang="en-US" sz="750" dirty="0"/>
          </a:p>
        </p:txBody>
      </p:sp>
      <p:sp>
        <p:nvSpPr>
          <p:cNvPr id="96" name="SK-32-text-49">
            <a:extLst>
              <a:ext uri="{FF2B5EF4-FFF2-40B4-BE49-F238E27FC236}">
                <a16:creationId xmlns:a16="http://schemas.microsoft.com/office/drawing/2014/main" id="{F40B269C-1E25-D233-666F-EB711C56E734}"/>
              </a:ext>
            </a:extLst>
          </p:cNvPr>
          <p:cNvSpPr/>
          <p:nvPr/>
        </p:nvSpPr>
        <p:spPr>
          <a:xfrm>
            <a:off x="1733550" y="4181892"/>
            <a:ext cx="4057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Garantir une présentation PDF professionnelle et cohérente.</a:t>
            </a:r>
            <a:endParaRPr lang="en-US" sz="1125" dirty="0"/>
          </a:p>
        </p:txBody>
      </p:sp>
      <p:sp>
        <p:nvSpPr>
          <p:cNvPr id="98" name="SK-32-text-50">
            <a:extLst>
              <a:ext uri="{FF2B5EF4-FFF2-40B4-BE49-F238E27FC236}">
                <a16:creationId xmlns:a16="http://schemas.microsoft.com/office/drawing/2014/main" id="{2D0C2AB8-B1F3-7C35-8B9C-110F895718FE}"/>
              </a:ext>
            </a:extLst>
          </p:cNvPr>
          <p:cNvSpPr/>
          <p:nvPr/>
        </p:nvSpPr>
        <p:spPr>
          <a:xfrm>
            <a:off x="914400" y="4785271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750" dirty="0"/>
          </a:p>
        </p:txBody>
      </p:sp>
      <p:sp>
        <p:nvSpPr>
          <p:cNvPr id="100" name="SK-32-text-51">
            <a:extLst>
              <a:ext uri="{FF2B5EF4-FFF2-40B4-BE49-F238E27FC236}">
                <a16:creationId xmlns:a16="http://schemas.microsoft.com/office/drawing/2014/main" id="{916DEAB4-C1B7-4AC4-361E-414F7B6C3A80}"/>
              </a:ext>
            </a:extLst>
          </p:cNvPr>
          <p:cNvSpPr/>
          <p:nvPr/>
        </p:nvSpPr>
        <p:spPr>
          <a:xfrm>
            <a:off x="1733550" y="4676924"/>
            <a:ext cx="4057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Implémentation de templates HTML avec le moteur Puppeteer.</a:t>
            </a:r>
            <a:endParaRPr lang="en-US" sz="1125" dirty="0"/>
          </a:p>
        </p:txBody>
      </p:sp>
      <p:sp>
        <p:nvSpPr>
          <p:cNvPr id="102" name="SK-32-text-52">
            <a:extLst>
              <a:ext uri="{FF2B5EF4-FFF2-40B4-BE49-F238E27FC236}">
                <a16:creationId xmlns:a16="http://schemas.microsoft.com/office/drawing/2014/main" id="{55D0A73B-A44A-53DB-6CAF-8C6976514061}"/>
              </a:ext>
            </a:extLst>
          </p:cNvPr>
          <p:cNvSpPr/>
          <p:nvPr/>
        </p:nvSpPr>
        <p:spPr>
          <a:xfrm>
            <a:off x="914400" y="5280571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</a:t>
            </a:r>
            <a:endParaRPr lang="en-US" sz="750" dirty="0"/>
          </a:p>
        </p:txBody>
      </p:sp>
      <p:sp>
        <p:nvSpPr>
          <p:cNvPr id="104" name="SK-32-text-53">
            <a:extLst>
              <a:ext uri="{FF2B5EF4-FFF2-40B4-BE49-F238E27FC236}">
                <a16:creationId xmlns:a16="http://schemas.microsoft.com/office/drawing/2014/main" id="{E0921FC0-8CB8-8161-4A4F-39F03211EEDF}"/>
              </a:ext>
            </a:extLst>
          </p:cNvPr>
          <p:cNvSpPr/>
          <p:nvPr/>
        </p:nvSpPr>
        <p:spPr>
          <a:xfrm>
            <a:off x="1733550" y="5242471"/>
            <a:ext cx="95059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officiels produits instantanément aux normes.</a:t>
            </a:r>
            <a:endParaRPr lang="en-US" sz="1125" dirty="0"/>
          </a:p>
        </p:txBody>
      </p:sp>
      <p:sp>
        <p:nvSpPr>
          <p:cNvPr id="106" name="SK-32-text-54">
            <a:extLst>
              <a:ext uri="{FF2B5EF4-FFF2-40B4-BE49-F238E27FC236}">
                <a16:creationId xmlns:a16="http://schemas.microsoft.com/office/drawing/2014/main" id="{C7FC334B-2C6E-A8F0-101C-F8D196591EA5}"/>
              </a:ext>
            </a:extLst>
          </p:cNvPr>
          <p:cNvSpPr/>
          <p:nvPr/>
        </p:nvSpPr>
        <p:spPr>
          <a:xfrm>
            <a:off x="6896100" y="3818483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</a:rPr>
              <a:t>Déploiement</a:t>
            </a:r>
            <a:endParaRPr lang="en-US" sz="1350" dirty="0"/>
          </a:p>
        </p:txBody>
      </p:sp>
      <p:sp>
        <p:nvSpPr>
          <p:cNvPr id="108" name="SK-32-text-55">
            <a:extLst>
              <a:ext uri="{FF2B5EF4-FFF2-40B4-BE49-F238E27FC236}">
                <a16:creationId xmlns:a16="http://schemas.microsoft.com/office/drawing/2014/main" id="{9BEA882F-F199-9B6E-0300-E89D7B102DE7}"/>
              </a:ext>
            </a:extLst>
          </p:cNvPr>
          <p:cNvSpPr/>
          <p:nvPr/>
        </p:nvSpPr>
        <p:spPr>
          <a:xfrm>
            <a:off x="6362700" y="4349501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</a:t>
            </a:r>
            <a:endParaRPr lang="en-US" sz="750" dirty="0"/>
          </a:p>
        </p:txBody>
      </p:sp>
      <p:sp>
        <p:nvSpPr>
          <p:cNvPr id="110" name="SK-32-text-56">
            <a:extLst>
              <a:ext uri="{FF2B5EF4-FFF2-40B4-BE49-F238E27FC236}">
                <a16:creationId xmlns:a16="http://schemas.microsoft.com/office/drawing/2014/main" id="{7FDF88F2-F6AF-3753-5DB1-2198A66E1EED}"/>
              </a:ext>
            </a:extLst>
          </p:cNvPr>
          <p:cNvSpPr/>
          <p:nvPr/>
        </p:nvSpPr>
        <p:spPr>
          <a:xfrm>
            <a:off x="7181850" y="4311401"/>
            <a:ext cx="5010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Connecter l'application à une base de données managée.</a:t>
            </a:r>
            <a:endParaRPr lang="en-US" sz="1125" dirty="0"/>
          </a:p>
        </p:txBody>
      </p:sp>
      <p:sp>
        <p:nvSpPr>
          <p:cNvPr id="112" name="SK-32-text-57">
            <a:extLst>
              <a:ext uri="{FF2B5EF4-FFF2-40B4-BE49-F238E27FC236}">
                <a16:creationId xmlns:a16="http://schemas.microsoft.com/office/drawing/2014/main" id="{32307EDE-5141-86F0-52BE-45BD9A84AF4F}"/>
              </a:ext>
            </a:extLst>
          </p:cNvPr>
          <p:cNvSpPr/>
          <p:nvPr/>
        </p:nvSpPr>
        <p:spPr>
          <a:xfrm>
            <a:off x="6400800" y="4846693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750" dirty="0"/>
          </a:p>
        </p:txBody>
      </p:sp>
      <p:sp>
        <p:nvSpPr>
          <p:cNvPr id="114" name="SK-32-text-58">
            <a:extLst>
              <a:ext uri="{FF2B5EF4-FFF2-40B4-BE49-F238E27FC236}">
                <a16:creationId xmlns:a16="http://schemas.microsoft.com/office/drawing/2014/main" id="{5A9447A8-670E-E0AE-B950-BBDC4C664FFE}"/>
              </a:ext>
            </a:extLst>
          </p:cNvPr>
          <p:cNvSpPr/>
          <p:nvPr/>
        </p:nvSpPr>
        <p:spPr>
          <a:xfrm>
            <a:off x="7219950" y="4808593"/>
            <a:ext cx="5010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CI/CD via GitHub, Render et Aiven (ENV).</a:t>
            </a:r>
            <a:endParaRPr lang="en-US" sz="1125" dirty="0"/>
          </a:p>
        </p:txBody>
      </p:sp>
      <p:sp>
        <p:nvSpPr>
          <p:cNvPr id="116" name="SK-32-text-59">
            <a:extLst>
              <a:ext uri="{FF2B5EF4-FFF2-40B4-BE49-F238E27FC236}">
                <a16:creationId xmlns:a16="http://schemas.microsoft.com/office/drawing/2014/main" id="{268DE54C-F7B3-3CBE-702F-463E05455C92}"/>
              </a:ext>
            </a:extLst>
          </p:cNvPr>
          <p:cNvSpPr/>
          <p:nvPr/>
        </p:nvSpPr>
        <p:spPr>
          <a:xfrm>
            <a:off x="6362700" y="5280571"/>
            <a:ext cx="628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</a:t>
            </a:r>
            <a:endParaRPr lang="en-US" sz="750" dirty="0"/>
          </a:p>
        </p:txBody>
      </p:sp>
      <p:sp>
        <p:nvSpPr>
          <p:cNvPr id="118" name="SK-32-text-60">
            <a:extLst>
              <a:ext uri="{FF2B5EF4-FFF2-40B4-BE49-F238E27FC236}">
                <a16:creationId xmlns:a16="http://schemas.microsoft.com/office/drawing/2014/main" id="{D9B68EA7-89FF-1BB4-2EA2-3F981DACEB63}"/>
              </a:ext>
            </a:extLst>
          </p:cNvPr>
          <p:cNvSpPr/>
          <p:nvPr/>
        </p:nvSpPr>
        <p:spPr>
          <a:xfrm>
            <a:off x="7181850" y="5242471"/>
            <a:ext cx="5010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en ligne sécurisée, accessible et fonctionnelle.</a:t>
            </a:r>
            <a:endParaRPr lang="en-US" sz="1125" dirty="0"/>
          </a:p>
        </p:txBody>
      </p:sp>
      <p:sp>
        <p:nvSpPr>
          <p:cNvPr id="120" name="SK-32-text-61">
            <a:extLst>
              <a:ext uri="{FF2B5EF4-FFF2-40B4-BE49-F238E27FC236}">
                <a16:creationId xmlns:a16="http://schemas.microsoft.com/office/drawing/2014/main" id="{C56DE2D5-7584-FF39-8798-B52270B38402}"/>
              </a:ext>
            </a:extLst>
          </p:cNvPr>
          <p:cNvSpPr/>
          <p:nvPr/>
        </p:nvSpPr>
        <p:spPr>
          <a:xfrm>
            <a:off x="2931319" y="5994946"/>
            <a:ext cx="671988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</a:rPr>
              <a:t>Chaque difficulté a amélioré la qualité du projet et la pratique professionnelle.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15741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6" grpId="0" animBg="1"/>
      <p:bldP spid="68" grpId="0" animBg="1"/>
      <p:bldP spid="70" grpId="0" animBg="1"/>
      <p:bldP spid="72" grpId="0" animBg="1"/>
      <p:bldP spid="74" grpId="0" animBg="1"/>
      <p:bldP spid="76" grpId="0" animBg="1"/>
      <p:bldP spid="78" grpId="0" animBg="1"/>
      <p:bldP spid="80" grpId="0" animBg="1"/>
      <p:bldP spid="82" grpId="0" animBg="1"/>
      <p:bldP spid="84" grpId="0" animBg="1"/>
      <p:bldP spid="86" grpId="0" animBg="1"/>
      <p:bldP spid="88" grpId="0" animBg="1"/>
      <p:bldP spid="90" grpId="0" animBg="1"/>
      <p:bldP spid="92" grpId="0" animBg="1"/>
      <p:bldP spid="94" grpId="0" animBg="1"/>
      <p:bldP spid="96" grpId="0" animBg="1"/>
      <p:bldP spid="98" grpId="0" animBg="1"/>
      <p:bldP spid="100" grpId="0" animBg="1"/>
      <p:bldP spid="102" grpId="0" animBg="1"/>
      <p:bldP spid="104" grpId="0" animBg="1"/>
      <p:bldP spid="106" grpId="0" animBg="1"/>
      <p:bldP spid="108" grpId="0" animBg="1"/>
      <p:bldP spid="110" grpId="0" animBg="1"/>
      <p:bldP spid="112" grpId="0" animBg="1"/>
      <p:bldP spid="114" grpId="0" animBg="1"/>
      <p:bldP spid="116" grpId="0" animBg="1"/>
      <p:bldP spid="1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26A82A3-C6F4-8D6E-FE6C-FE822D92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Project </a:t>
            </a:r>
            <a:r>
              <a:rPr lang="fr-FR" dirty="0" err="1"/>
              <a:t>Review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539B581-27C5-CD5D-D321-D8276282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253C16-CFF1-60B2-857B-F8BCE13F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33</a:t>
            </a:fld>
            <a:endParaRPr lang="fr-FR"/>
          </a:p>
        </p:txBody>
      </p:sp>
      <p:pic>
        <p:nvPicPr>
          <p:cNvPr id="6" name="SK-33-img-3" descr="preencoded.png">
            <a:extLst>
              <a:ext uri="{FF2B5EF4-FFF2-40B4-BE49-F238E27FC236}">
                <a16:creationId xmlns:a16="http://schemas.microsoft.com/office/drawing/2014/main" id="{6F1FED98-65CE-3348-23AD-2A3E84488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33-img-4" descr="preencoded.png">
            <a:extLst>
              <a:ext uri="{FF2B5EF4-FFF2-40B4-BE49-F238E27FC236}">
                <a16:creationId xmlns:a16="http://schemas.microsoft.com/office/drawing/2014/main" id="{ADFED144-8752-EA4F-2450-17F3C07D3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1496"/>
            <a:ext cx="8595420" cy="1043880"/>
          </a:xfrm>
          <a:prstGeom prst="rect">
            <a:avLst/>
          </a:prstGeom>
        </p:spPr>
      </p:pic>
      <p:pic>
        <p:nvPicPr>
          <p:cNvPr id="14" name="SK-33-img-7" descr="preencoded.png">
            <a:extLst>
              <a:ext uri="{FF2B5EF4-FFF2-40B4-BE49-F238E27FC236}">
                <a16:creationId xmlns:a16="http://schemas.microsoft.com/office/drawing/2014/main" id="{C0A14243-0FCE-3AEA-E776-FBFE1C688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910" y="6024562"/>
            <a:ext cx="2290763" cy="352425"/>
          </a:xfrm>
          <a:prstGeom prst="rect">
            <a:avLst/>
          </a:prstGeom>
        </p:spPr>
      </p:pic>
      <p:pic>
        <p:nvPicPr>
          <p:cNvPr id="16" name="SK-33-img-8" descr="preencoded.png">
            <a:extLst>
              <a:ext uri="{FF2B5EF4-FFF2-40B4-BE49-F238E27FC236}">
                <a16:creationId xmlns:a16="http://schemas.microsoft.com/office/drawing/2014/main" id="{7055033F-1536-D857-7360-F2E6B3066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2310" y="6132164"/>
            <a:ext cx="166688" cy="137220"/>
          </a:xfrm>
          <a:prstGeom prst="rect">
            <a:avLst/>
          </a:prstGeom>
        </p:spPr>
      </p:pic>
      <p:pic>
        <p:nvPicPr>
          <p:cNvPr id="18" name="SK-33-img-9" descr="preencoded.png">
            <a:extLst>
              <a:ext uri="{FF2B5EF4-FFF2-40B4-BE49-F238E27FC236}">
                <a16:creationId xmlns:a16="http://schemas.microsoft.com/office/drawing/2014/main" id="{8383C63B-4419-8213-302C-94BA508C5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4973" y="6024562"/>
            <a:ext cx="2205038" cy="352425"/>
          </a:xfrm>
          <a:prstGeom prst="rect">
            <a:avLst/>
          </a:prstGeom>
        </p:spPr>
      </p:pic>
      <p:pic>
        <p:nvPicPr>
          <p:cNvPr id="20" name="SK-33-img-10" descr="preencoded.png">
            <a:extLst>
              <a:ext uri="{FF2B5EF4-FFF2-40B4-BE49-F238E27FC236}">
                <a16:creationId xmlns:a16="http://schemas.microsoft.com/office/drawing/2014/main" id="{52EE61ED-01F8-B7AA-A78C-55EB52962E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7373" y="6132164"/>
            <a:ext cx="166688" cy="137220"/>
          </a:xfrm>
          <a:prstGeom prst="rect">
            <a:avLst/>
          </a:prstGeom>
        </p:spPr>
      </p:pic>
      <p:pic>
        <p:nvPicPr>
          <p:cNvPr id="22" name="SK-33-img-11" descr="preencoded.png">
            <a:extLst>
              <a:ext uri="{FF2B5EF4-FFF2-40B4-BE49-F238E27FC236}">
                <a16:creationId xmlns:a16="http://schemas.microsoft.com/office/drawing/2014/main" id="{18D6368C-6AD5-63A5-056C-E15F2E70AA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310" y="6024562"/>
            <a:ext cx="2109788" cy="352425"/>
          </a:xfrm>
          <a:prstGeom prst="rect">
            <a:avLst/>
          </a:prstGeom>
        </p:spPr>
      </p:pic>
      <p:pic>
        <p:nvPicPr>
          <p:cNvPr id="24" name="SK-33-img-12" descr="preencoded.png">
            <a:extLst>
              <a:ext uri="{FF2B5EF4-FFF2-40B4-BE49-F238E27FC236}">
                <a16:creationId xmlns:a16="http://schemas.microsoft.com/office/drawing/2014/main" id="{D2DC0607-6D3E-42D1-58E5-8C97D25DBB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710" y="6132164"/>
            <a:ext cx="166688" cy="137220"/>
          </a:xfrm>
          <a:prstGeom prst="rect">
            <a:avLst/>
          </a:prstGeom>
        </p:spPr>
      </p:pic>
      <p:pic>
        <p:nvPicPr>
          <p:cNvPr id="26" name="SK-33-img-13" descr="preencoded.png">
            <a:extLst>
              <a:ext uri="{FF2B5EF4-FFF2-40B4-BE49-F238E27FC236}">
                <a16:creationId xmlns:a16="http://schemas.microsoft.com/office/drawing/2014/main" id="{8DFB3F76-0EFD-9E3E-D6EC-E82E93A26B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061" y="6024562"/>
            <a:ext cx="2355458" cy="352425"/>
          </a:xfrm>
          <a:prstGeom prst="rect">
            <a:avLst/>
          </a:prstGeom>
        </p:spPr>
      </p:pic>
      <p:pic>
        <p:nvPicPr>
          <p:cNvPr id="28" name="SK-33-img-14" descr="preencoded.png">
            <a:extLst>
              <a:ext uri="{FF2B5EF4-FFF2-40B4-BE49-F238E27FC236}">
                <a16:creationId xmlns:a16="http://schemas.microsoft.com/office/drawing/2014/main" id="{B79A5E70-B293-C878-8F80-1ABD21EB73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460" y="6132164"/>
            <a:ext cx="166688" cy="137220"/>
          </a:xfrm>
          <a:prstGeom prst="rect">
            <a:avLst/>
          </a:prstGeom>
        </p:spPr>
      </p:pic>
      <p:pic>
        <p:nvPicPr>
          <p:cNvPr id="30" name="SK-33-img-15" descr="preencoded.png">
            <a:extLst>
              <a:ext uri="{FF2B5EF4-FFF2-40B4-BE49-F238E27FC236}">
                <a16:creationId xmlns:a16="http://schemas.microsoft.com/office/drawing/2014/main" id="{44656FF2-78FD-17DF-119C-E90C352909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1720" y="1251496"/>
            <a:ext cx="2148780" cy="1333500"/>
          </a:xfrm>
          <a:prstGeom prst="rect">
            <a:avLst/>
          </a:prstGeom>
        </p:spPr>
      </p:pic>
      <p:pic>
        <p:nvPicPr>
          <p:cNvPr id="32" name="SK-33-img-16" descr="preencoded.png">
            <a:extLst>
              <a:ext uri="{FF2B5EF4-FFF2-40B4-BE49-F238E27FC236}">
                <a16:creationId xmlns:a16="http://schemas.microsoft.com/office/drawing/2014/main" id="{E6C2CDCC-A03C-59A0-BB38-EF8FC85B294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79422" y="1441996"/>
            <a:ext cx="333375" cy="266700"/>
          </a:xfrm>
          <a:prstGeom prst="rect">
            <a:avLst/>
          </a:prstGeom>
        </p:spPr>
      </p:pic>
      <p:pic>
        <p:nvPicPr>
          <p:cNvPr id="34" name="SK-33-img-17" descr="preencoded.png">
            <a:extLst>
              <a:ext uri="{FF2B5EF4-FFF2-40B4-BE49-F238E27FC236}">
                <a16:creationId xmlns:a16="http://schemas.microsoft.com/office/drawing/2014/main" id="{62312A93-7857-410D-3367-77D639D01E8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71720" y="2737396"/>
            <a:ext cx="2148780" cy="1590675"/>
          </a:xfrm>
          <a:prstGeom prst="rect">
            <a:avLst/>
          </a:prstGeom>
        </p:spPr>
      </p:pic>
      <p:pic>
        <p:nvPicPr>
          <p:cNvPr id="36" name="SK-33-img-18" descr="preencoded.png">
            <a:extLst>
              <a:ext uri="{FF2B5EF4-FFF2-40B4-BE49-F238E27FC236}">
                <a16:creationId xmlns:a16="http://schemas.microsoft.com/office/drawing/2014/main" id="{8DDD1715-E066-CC86-09D8-F3947B0A49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79422" y="2927896"/>
            <a:ext cx="333375" cy="266700"/>
          </a:xfrm>
          <a:prstGeom prst="rect">
            <a:avLst/>
          </a:prstGeom>
        </p:spPr>
      </p:pic>
      <p:pic>
        <p:nvPicPr>
          <p:cNvPr id="38" name="SK-33-img-19" descr="preencoded.png">
            <a:extLst>
              <a:ext uri="{FF2B5EF4-FFF2-40B4-BE49-F238E27FC236}">
                <a16:creationId xmlns:a16="http://schemas.microsoft.com/office/drawing/2014/main" id="{0A3CCEE3-0B3E-251A-BCDE-A79F1AD449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71720" y="4480471"/>
            <a:ext cx="2148780" cy="1590675"/>
          </a:xfrm>
          <a:prstGeom prst="rect">
            <a:avLst/>
          </a:prstGeom>
        </p:spPr>
      </p:pic>
      <p:pic>
        <p:nvPicPr>
          <p:cNvPr id="40" name="SK-33-img-20" descr="preencoded.png">
            <a:extLst>
              <a:ext uri="{FF2B5EF4-FFF2-40B4-BE49-F238E27FC236}">
                <a16:creationId xmlns:a16="http://schemas.microsoft.com/office/drawing/2014/main" id="{93305F18-7421-78CB-10F5-1FD316AC598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79422" y="4670971"/>
            <a:ext cx="333375" cy="266700"/>
          </a:xfrm>
          <a:prstGeom prst="rect">
            <a:avLst/>
          </a:prstGeom>
        </p:spPr>
      </p:pic>
      <p:sp>
        <p:nvSpPr>
          <p:cNvPr id="42" name="SK-33-text-22">
            <a:extLst>
              <a:ext uri="{FF2B5EF4-FFF2-40B4-BE49-F238E27FC236}">
                <a16:creationId xmlns:a16="http://schemas.microsoft.com/office/drawing/2014/main" id="{786DC8DC-308D-A4F9-96E0-51FF986403A6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44" name="SK-33-text-23">
            <a:extLst>
              <a:ext uri="{FF2B5EF4-FFF2-40B4-BE49-F238E27FC236}">
                <a16:creationId xmlns:a16="http://schemas.microsoft.com/office/drawing/2014/main" id="{9883E93C-B2B2-EAA3-9BC9-83687DFEE341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Résultats et réalisations</a:t>
            </a:r>
            <a:endParaRPr lang="en-US" sz="2400" dirty="0"/>
          </a:p>
        </p:txBody>
      </p:sp>
      <p:sp>
        <p:nvSpPr>
          <p:cNvPr id="46" name="SK-33-text-24">
            <a:extLst>
              <a:ext uri="{FF2B5EF4-FFF2-40B4-BE49-F238E27FC236}">
                <a16:creationId xmlns:a16="http://schemas.microsoft.com/office/drawing/2014/main" id="{9143A0C4-59B0-F954-1804-8421E6A08620}"/>
              </a:ext>
            </a:extLst>
          </p:cNvPr>
          <p:cNvSpPr/>
          <p:nvPr/>
        </p:nvSpPr>
        <p:spPr>
          <a:xfrm>
            <a:off x="800100" y="1480096"/>
            <a:ext cx="8138220" cy="586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D5A27"/>
                </a:solidFill>
              </a:rPr>
              <a:t>FM Abattage transforme la gestion artisanale en un écosystème numérique intégré, fiabilisant le cycle métier du client au paiement final.</a:t>
            </a:r>
            <a:endParaRPr lang="en-US" sz="1650" dirty="0"/>
          </a:p>
        </p:txBody>
      </p:sp>
      <p:sp>
        <p:nvSpPr>
          <p:cNvPr id="50" name="SK-33-text-26">
            <a:extLst>
              <a:ext uri="{FF2B5EF4-FFF2-40B4-BE49-F238E27FC236}">
                <a16:creationId xmlns:a16="http://schemas.microsoft.com/office/drawing/2014/main" id="{C8F2674E-8914-5AA5-4AD6-B0F8E34CBFF6}"/>
              </a:ext>
            </a:extLst>
          </p:cNvPr>
          <p:cNvSpPr/>
          <p:nvPr/>
        </p:nvSpPr>
        <p:spPr>
          <a:xfrm>
            <a:off x="3005198" y="6100762"/>
            <a:ext cx="42367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opérationnelle</a:t>
            </a:r>
            <a:endParaRPr lang="en-US" sz="1050" dirty="0"/>
          </a:p>
        </p:txBody>
      </p:sp>
      <p:sp>
        <p:nvSpPr>
          <p:cNvPr id="52" name="SK-33-text-27">
            <a:extLst>
              <a:ext uri="{FF2B5EF4-FFF2-40B4-BE49-F238E27FC236}">
                <a16:creationId xmlns:a16="http://schemas.microsoft.com/office/drawing/2014/main" id="{5CB78943-CECE-B7B0-EBB5-5425AA3B9693}"/>
              </a:ext>
            </a:extLst>
          </p:cNvPr>
          <p:cNvSpPr/>
          <p:nvPr/>
        </p:nvSpPr>
        <p:spPr>
          <a:xfrm>
            <a:off x="5410260" y="6100762"/>
            <a:ext cx="37566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métier complet</a:t>
            </a:r>
            <a:endParaRPr lang="en-US" sz="1050" dirty="0"/>
          </a:p>
        </p:txBody>
      </p:sp>
      <p:sp>
        <p:nvSpPr>
          <p:cNvPr id="54" name="SK-33-text-28">
            <a:extLst>
              <a:ext uri="{FF2B5EF4-FFF2-40B4-BE49-F238E27FC236}">
                <a16:creationId xmlns:a16="http://schemas.microsoft.com/office/drawing/2014/main" id="{30472B9A-60B5-313F-5013-6B1915A9CE43}"/>
              </a:ext>
            </a:extLst>
          </p:cNvPr>
          <p:cNvSpPr/>
          <p:nvPr/>
        </p:nvSpPr>
        <p:spPr>
          <a:xfrm>
            <a:off x="7734341" y="6100762"/>
            <a:ext cx="35966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Sécurité mise en œuvre</a:t>
            </a:r>
            <a:endParaRPr lang="en-US" sz="1050" dirty="0"/>
          </a:p>
        </p:txBody>
      </p:sp>
      <p:sp>
        <p:nvSpPr>
          <p:cNvPr id="56" name="SK-33-text-29">
            <a:extLst>
              <a:ext uri="{FF2B5EF4-FFF2-40B4-BE49-F238E27FC236}">
                <a16:creationId xmlns:a16="http://schemas.microsoft.com/office/drawing/2014/main" id="{2B052D9F-5F2F-4BBF-873A-79836C068280}"/>
              </a:ext>
            </a:extLst>
          </p:cNvPr>
          <p:cNvSpPr/>
          <p:nvPr/>
        </p:nvSpPr>
        <p:spPr>
          <a:xfrm>
            <a:off x="557348" y="6100762"/>
            <a:ext cx="45567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documentée &amp; Déploiement</a:t>
            </a:r>
            <a:endParaRPr lang="en-US" sz="1050" dirty="0"/>
          </a:p>
        </p:txBody>
      </p:sp>
      <p:sp>
        <p:nvSpPr>
          <p:cNvPr id="58" name="SK-33-text-30">
            <a:extLst>
              <a:ext uri="{FF2B5EF4-FFF2-40B4-BE49-F238E27FC236}">
                <a16:creationId xmlns:a16="http://schemas.microsoft.com/office/drawing/2014/main" id="{1582B102-506E-2C97-96B2-5B3D16BC6FD0}"/>
              </a:ext>
            </a:extLst>
          </p:cNvPr>
          <p:cNvSpPr/>
          <p:nvPr/>
        </p:nvSpPr>
        <p:spPr>
          <a:xfrm>
            <a:off x="9936510" y="1822996"/>
            <a:ext cx="1219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EEF2ED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60" name="SK-33-text-31">
            <a:extLst>
              <a:ext uri="{FF2B5EF4-FFF2-40B4-BE49-F238E27FC236}">
                <a16:creationId xmlns:a16="http://schemas.microsoft.com/office/drawing/2014/main" id="{DAB8769D-BC6B-C44B-7F04-C83072C3F0AD}"/>
              </a:ext>
            </a:extLst>
          </p:cNvPr>
          <p:cNvSpPr/>
          <p:nvPr/>
        </p:nvSpPr>
        <p:spPr>
          <a:xfrm>
            <a:off x="10093672" y="2137321"/>
            <a:ext cx="9048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API REST</a:t>
            </a:r>
            <a:endParaRPr lang="en-US" sz="1350" dirty="0"/>
          </a:p>
        </p:txBody>
      </p:sp>
      <p:sp>
        <p:nvSpPr>
          <p:cNvPr id="62" name="SK-33-text-32">
            <a:extLst>
              <a:ext uri="{FF2B5EF4-FFF2-40B4-BE49-F238E27FC236}">
                <a16:creationId xmlns:a16="http://schemas.microsoft.com/office/drawing/2014/main" id="{28F86635-39D7-238B-359B-FF3463C81449}"/>
              </a:ext>
            </a:extLst>
          </p:cNvPr>
          <p:cNvSpPr/>
          <p:nvPr/>
        </p:nvSpPr>
        <p:spPr>
          <a:xfrm>
            <a:off x="9948416" y="3308896"/>
            <a:ext cx="119538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EEF2ED"/>
                </a:solidFill>
              </a:rPr>
              <a:t>HÉBERGEMENT</a:t>
            </a:r>
            <a:endParaRPr lang="en-US" sz="1050" dirty="0"/>
          </a:p>
        </p:txBody>
      </p:sp>
      <p:sp>
        <p:nvSpPr>
          <p:cNvPr id="64" name="SK-33-text-33">
            <a:extLst>
              <a:ext uri="{FF2B5EF4-FFF2-40B4-BE49-F238E27FC236}">
                <a16:creationId xmlns:a16="http://schemas.microsoft.com/office/drawing/2014/main" id="{369F7984-A086-7A3D-6819-55CAFA387098}"/>
              </a:ext>
            </a:extLst>
          </p:cNvPr>
          <p:cNvSpPr/>
          <p:nvPr/>
        </p:nvSpPr>
        <p:spPr>
          <a:xfrm>
            <a:off x="9624120" y="3623221"/>
            <a:ext cx="184398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DÉPLOIEMENT CLOUD</a:t>
            </a:r>
            <a:endParaRPr lang="en-US" sz="1350" dirty="0"/>
          </a:p>
        </p:txBody>
      </p:sp>
      <p:sp>
        <p:nvSpPr>
          <p:cNvPr id="66" name="SK-33-text-34">
            <a:extLst>
              <a:ext uri="{FF2B5EF4-FFF2-40B4-BE49-F238E27FC236}">
                <a16:creationId xmlns:a16="http://schemas.microsoft.com/office/drawing/2014/main" id="{028CF2B3-76E8-9DD9-68B8-0E9F4FC0310E}"/>
              </a:ext>
            </a:extLst>
          </p:cNvPr>
          <p:cNvSpPr/>
          <p:nvPr/>
        </p:nvSpPr>
        <p:spPr>
          <a:xfrm>
            <a:off x="10172254" y="5051971"/>
            <a:ext cx="747713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EEF2ED"/>
                </a:solidFill>
              </a:rPr>
              <a:t>ANALYSE</a:t>
            </a:r>
            <a:endParaRPr lang="en-US" sz="1050" dirty="0"/>
          </a:p>
        </p:txBody>
      </p:sp>
      <p:sp>
        <p:nvSpPr>
          <p:cNvPr id="68" name="SK-33-text-35">
            <a:extLst>
              <a:ext uri="{FF2B5EF4-FFF2-40B4-BE49-F238E27FC236}">
                <a16:creationId xmlns:a16="http://schemas.microsoft.com/office/drawing/2014/main" id="{522D6634-CA13-3CA2-D4A7-E07D99CE7044}"/>
              </a:ext>
            </a:extLst>
          </p:cNvPr>
          <p:cNvSpPr/>
          <p:nvPr/>
        </p:nvSpPr>
        <p:spPr>
          <a:xfrm>
            <a:off x="9624120" y="5366296"/>
            <a:ext cx="184398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MODULE STATISTIQUES</a:t>
            </a:r>
            <a:endParaRPr lang="en-US" sz="135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8E642F1-0282-FAF8-553C-817C952D3D5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7347" y="2394496"/>
            <a:ext cx="8209651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056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EC45F22-5706-D436-1BAF-B23A6D2E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Project </a:t>
            </a:r>
            <a:r>
              <a:rPr lang="fr-FR" dirty="0" err="1"/>
              <a:t>Review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2F9A013-E408-6ED6-5741-171B4177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EFDB99-EACA-E0A9-4836-22799F20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34</a:t>
            </a:fld>
            <a:endParaRPr lang="fr-FR"/>
          </a:p>
        </p:txBody>
      </p:sp>
      <p:pic>
        <p:nvPicPr>
          <p:cNvPr id="6" name="SK-34-img-3" descr="preencoded.png">
            <a:extLst>
              <a:ext uri="{FF2B5EF4-FFF2-40B4-BE49-F238E27FC236}">
                <a16:creationId xmlns:a16="http://schemas.microsoft.com/office/drawing/2014/main" id="{0FDC4C47-C708-7870-1AA1-FFD56E74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8" name="SK-34-img-4" descr="preencoded.png">
            <a:extLst>
              <a:ext uri="{FF2B5EF4-FFF2-40B4-BE49-F238E27FC236}">
                <a16:creationId xmlns:a16="http://schemas.microsoft.com/office/drawing/2014/main" id="{C7B368A6-4C19-AF56-3034-76F933143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11152"/>
            <a:ext cx="5410200" cy="15100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SK-34-img-5" descr="preencoded.png">
            <a:extLst>
              <a:ext uri="{FF2B5EF4-FFF2-40B4-BE49-F238E27FC236}">
                <a16:creationId xmlns:a16="http://schemas.microsoft.com/office/drawing/2014/main" id="{36C25745-D146-1F11-2AB1-607B86D1A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25453"/>
            <a:ext cx="381000" cy="381000"/>
          </a:xfrm>
          <a:prstGeom prst="rect">
            <a:avLst/>
          </a:prstGeom>
        </p:spPr>
      </p:pic>
      <p:pic>
        <p:nvPicPr>
          <p:cNvPr id="12" name="SK-34-img-6" descr="preencoded.png">
            <a:extLst>
              <a:ext uri="{FF2B5EF4-FFF2-40B4-BE49-F238E27FC236}">
                <a16:creationId xmlns:a16="http://schemas.microsoft.com/office/drawing/2014/main" id="{D178B3BE-E80C-677A-5EE1-3FBB122E8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8" y="1620703"/>
            <a:ext cx="238125" cy="190500"/>
          </a:xfrm>
          <a:prstGeom prst="rect">
            <a:avLst/>
          </a:prstGeom>
        </p:spPr>
      </p:pic>
      <p:pic>
        <p:nvPicPr>
          <p:cNvPr id="14" name="SK-34-img-7" descr="preencoded.png">
            <a:extLst>
              <a:ext uri="{FF2B5EF4-FFF2-40B4-BE49-F238E27FC236}">
                <a16:creationId xmlns:a16="http://schemas.microsoft.com/office/drawing/2014/main" id="{CCBBA909-8FE8-F6F5-AB47-74300D0B6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411152"/>
            <a:ext cx="5410200" cy="15100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SK-34-img-8" descr="preencoded.png">
            <a:extLst>
              <a:ext uri="{FF2B5EF4-FFF2-40B4-BE49-F238E27FC236}">
                <a16:creationId xmlns:a16="http://schemas.microsoft.com/office/drawing/2014/main" id="{7F4E3F35-3337-B1B0-3530-D92BAD0C2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525453"/>
            <a:ext cx="381000" cy="381000"/>
          </a:xfrm>
          <a:prstGeom prst="rect">
            <a:avLst/>
          </a:prstGeom>
        </p:spPr>
      </p:pic>
      <p:pic>
        <p:nvPicPr>
          <p:cNvPr id="18" name="SK-34-img-9" descr="preencoded.png">
            <a:extLst>
              <a:ext uri="{FF2B5EF4-FFF2-40B4-BE49-F238E27FC236}">
                <a16:creationId xmlns:a16="http://schemas.microsoft.com/office/drawing/2014/main" id="{3323F11E-F714-5B8B-7245-0BA279109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038" y="1620703"/>
            <a:ext cx="238125" cy="190500"/>
          </a:xfrm>
          <a:prstGeom prst="rect">
            <a:avLst/>
          </a:prstGeom>
        </p:spPr>
      </p:pic>
      <p:pic>
        <p:nvPicPr>
          <p:cNvPr id="20" name="SK-34-img-10" descr="preencoded.png">
            <a:extLst>
              <a:ext uri="{FF2B5EF4-FFF2-40B4-BE49-F238E27FC236}">
                <a16:creationId xmlns:a16="http://schemas.microsoft.com/office/drawing/2014/main" id="{01C71AAD-7CF1-ACC4-42E1-E3EBBFEBD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11893"/>
            <a:ext cx="5410200" cy="15100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SK-34-img-11" descr="preencoded.png">
            <a:extLst>
              <a:ext uri="{FF2B5EF4-FFF2-40B4-BE49-F238E27FC236}">
                <a16:creationId xmlns:a16="http://schemas.microsoft.com/office/drawing/2014/main" id="{BB7A411E-D994-C671-256D-7B694BC4CB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426194"/>
            <a:ext cx="381000" cy="381000"/>
          </a:xfrm>
          <a:prstGeom prst="rect">
            <a:avLst/>
          </a:prstGeom>
        </p:spPr>
      </p:pic>
      <p:pic>
        <p:nvPicPr>
          <p:cNvPr id="24" name="SK-34-img-12" descr="preencoded.png">
            <a:extLst>
              <a:ext uri="{FF2B5EF4-FFF2-40B4-BE49-F238E27FC236}">
                <a16:creationId xmlns:a16="http://schemas.microsoft.com/office/drawing/2014/main" id="{434CC4F4-C707-029C-8D0A-D6C3B712BC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238" y="3521444"/>
            <a:ext cx="238125" cy="190500"/>
          </a:xfrm>
          <a:prstGeom prst="rect">
            <a:avLst/>
          </a:prstGeom>
        </p:spPr>
      </p:pic>
      <p:pic>
        <p:nvPicPr>
          <p:cNvPr id="26" name="SK-34-img-13" descr="preencoded.png">
            <a:extLst>
              <a:ext uri="{FF2B5EF4-FFF2-40B4-BE49-F238E27FC236}">
                <a16:creationId xmlns:a16="http://schemas.microsoft.com/office/drawing/2014/main" id="{B31F8B41-B289-F9E0-DE0B-A4EE89219E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3311893"/>
            <a:ext cx="5410200" cy="15100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SK-34-img-14" descr="preencoded.png">
            <a:extLst>
              <a:ext uri="{FF2B5EF4-FFF2-40B4-BE49-F238E27FC236}">
                <a16:creationId xmlns:a16="http://schemas.microsoft.com/office/drawing/2014/main" id="{E9E06FB7-F897-263B-6C26-AA4E99A0E9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3426194"/>
            <a:ext cx="381000" cy="381000"/>
          </a:xfrm>
          <a:prstGeom prst="rect">
            <a:avLst/>
          </a:prstGeom>
        </p:spPr>
      </p:pic>
      <p:pic>
        <p:nvPicPr>
          <p:cNvPr id="30" name="SK-34-img-15" descr="preencoded.png">
            <a:extLst>
              <a:ext uri="{FF2B5EF4-FFF2-40B4-BE49-F238E27FC236}">
                <a16:creationId xmlns:a16="http://schemas.microsoft.com/office/drawing/2014/main" id="{B76FE493-1C41-6239-97CF-0B7231722B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6038" y="3521444"/>
            <a:ext cx="238125" cy="190500"/>
          </a:xfrm>
          <a:prstGeom prst="rect">
            <a:avLst/>
          </a:prstGeom>
        </p:spPr>
      </p:pic>
      <p:sp>
        <p:nvSpPr>
          <p:cNvPr id="44" name="SK-34-text-23">
            <a:extLst>
              <a:ext uri="{FF2B5EF4-FFF2-40B4-BE49-F238E27FC236}">
                <a16:creationId xmlns:a16="http://schemas.microsoft.com/office/drawing/2014/main" id="{714AF50D-379D-B0CB-1C41-6690BDB7A85C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46" name="SK-34-text-24">
            <a:extLst>
              <a:ext uri="{FF2B5EF4-FFF2-40B4-BE49-F238E27FC236}">
                <a16:creationId xmlns:a16="http://schemas.microsoft.com/office/drawing/2014/main" id="{2804F0F8-8117-DF8F-0F5F-C69281CF670C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Améliorations futures</a:t>
            </a:r>
            <a:endParaRPr lang="en-US" sz="2400" dirty="0"/>
          </a:p>
        </p:txBody>
      </p:sp>
      <p:sp>
        <p:nvSpPr>
          <p:cNvPr id="48" name="SK-34-text-25">
            <a:extLst>
              <a:ext uri="{FF2B5EF4-FFF2-40B4-BE49-F238E27FC236}">
                <a16:creationId xmlns:a16="http://schemas.microsoft.com/office/drawing/2014/main" id="{367211C5-DF41-6700-EA6B-07522C6A65A1}"/>
              </a:ext>
            </a:extLst>
          </p:cNvPr>
          <p:cNvSpPr/>
          <p:nvPr/>
        </p:nvSpPr>
        <p:spPr>
          <a:xfrm>
            <a:off x="1181100" y="1573078"/>
            <a:ext cx="6496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5A27"/>
                </a:solidFill>
              </a:rPr>
              <a:t>Responsive Mobile &amp; Tablette</a:t>
            </a:r>
            <a:endParaRPr lang="en-US" sz="1500" dirty="0"/>
          </a:p>
        </p:txBody>
      </p:sp>
      <p:sp>
        <p:nvSpPr>
          <p:cNvPr id="50" name="SK-34-text-26">
            <a:extLst>
              <a:ext uri="{FF2B5EF4-FFF2-40B4-BE49-F238E27FC236}">
                <a16:creationId xmlns:a16="http://schemas.microsoft.com/office/drawing/2014/main" id="{A3EEA1FA-49EC-8301-454B-CD512F7F1199}"/>
              </a:ext>
            </a:extLst>
          </p:cNvPr>
          <p:cNvSpPr/>
          <p:nvPr/>
        </p:nvSpPr>
        <p:spPr>
          <a:xfrm>
            <a:off x="685800" y="2037784"/>
            <a:ext cx="518160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complète de l'interface pour les terminaux mobiles afin de faciliter la saisie des données et la consultation des plannings directement sur le terrain par les équipes.</a:t>
            </a:r>
            <a:endParaRPr lang="en-US" sz="1200" dirty="0"/>
          </a:p>
        </p:txBody>
      </p:sp>
      <p:sp>
        <p:nvSpPr>
          <p:cNvPr id="52" name="SK-34-text-27">
            <a:extLst>
              <a:ext uri="{FF2B5EF4-FFF2-40B4-BE49-F238E27FC236}">
                <a16:creationId xmlns:a16="http://schemas.microsoft.com/office/drawing/2014/main" id="{A4E7C91C-B697-1C8E-6E72-5AE56EF6205C}"/>
              </a:ext>
            </a:extLst>
          </p:cNvPr>
          <p:cNvSpPr/>
          <p:nvPr/>
        </p:nvSpPr>
        <p:spPr>
          <a:xfrm>
            <a:off x="6819900" y="1573078"/>
            <a:ext cx="53721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5A27"/>
                </a:solidFill>
              </a:rPr>
              <a:t>Tests Unitaires &amp; Intégration</a:t>
            </a:r>
            <a:endParaRPr lang="en-US" sz="1500" dirty="0"/>
          </a:p>
        </p:txBody>
      </p:sp>
      <p:sp>
        <p:nvSpPr>
          <p:cNvPr id="54" name="SK-34-text-28">
            <a:extLst>
              <a:ext uri="{FF2B5EF4-FFF2-40B4-BE49-F238E27FC236}">
                <a16:creationId xmlns:a16="http://schemas.microsoft.com/office/drawing/2014/main" id="{209511F4-60A7-63D7-6E10-23AD94889F0A}"/>
              </a:ext>
            </a:extLst>
          </p:cNvPr>
          <p:cNvSpPr/>
          <p:nvPr/>
        </p:nvSpPr>
        <p:spPr>
          <a:xfrm>
            <a:off x="6324600" y="2037784"/>
            <a:ext cx="518160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en place d'une suite de tests automatisés (Jest, Supertest) pour sécuriser le code, garantir la non-régression et faciliter la maintenance évolutive de l'application.</a:t>
            </a:r>
            <a:endParaRPr lang="en-US" sz="1200" dirty="0"/>
          </a:p>
        </p:txBody>
      </p:sp>
      <p:sp>
        <p:nvSpPr>
          <p:cNvPr id="56" name="SK-34-text-29">
            <a:extLst>
              <a:ext uri="{FF2B5EF4-FFF2-40B4-BE49-F238E27FC236}">
                <a16:creationId xmlns:a16="http://schemas.microsoft.com/office/drawing/2014/main" id="{8574310E-4662-EDBD-623B-331E5338C907}"/>
              </a:ext>
            </a:extLst>
          </p:cNvPr>
          <p:cNvSpPr/>
          <p:nvPr/>
        </p:nvSpPr>
        <p:spPr>
          <a:xfrm>
            <a:off x="1181100" y="3473819"/>
            <a:ext cx="466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5A27"/>
                </a:solidFill>
              </a:rPr>
              <a:t>Gestion des Acomptes</a:t>
            </a:r>
            <a:endParaRPr lang="en-US" sz="1500" dirty="0"/>
          </a:p>
        </p:txBody>
      </p:sp>
      <p:sp>
        <p:nvSpPr>
          <p:cNvPr id="58" name="SK-34-text-30">
            <a:extLst>
              <a:ext uri="{FF2B5EF4-FFF2-40B4-BE49-F238E27FC236}">
                <a16:creationId xmlns:a16="http://schemas.microsoft.com/office/drawing/2014/main" id="{075D872A-2684-0C46-E00A-C88D2DF61011}"/>
              </a:ext>
            </a:extLst>
          </p:cNvPr>
          <p:cNvSpPr/>
          <p:nvPr/>
        </p:nvSpPr>
        <p:spPr>
          <a:xfrm>
            <a:off x="685800" y="3938525"/>
            <a:ext cx="518160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d'un module dédié à la gestion des acomptes et des paiements échelonnés, permettant un suivi financier plus précis pour les chantiers de longue durée.</a:t>
            </a:r>
            <a:endParaRPr lang="en-US" sz="1200" dirty="0"/>
          </a:p>
        </p:txBody>
      </p:sp>
      <p:sp>
        <p:nvSpPr>
          <p:cNvPr id="60" name="SK-34-text-31">
            <a:extLst>
              <a:ext uri="{FF2B5EF4-FFF2-40B4-BE49-F238E27FC236}">
                <a16:creationId xmlns:a16="http://schemas.microsoft.com/office/drawing/2014/main" id="{114074B0-50C1-3101-AC4B-95C0D6232916}"/>
              </a:ext>
            </a:extLst>
          </p:cNvPr>
          <p:cNvSpPr/>
          <p:nvPr/>
        </p:nvSpPr>
        <p:spPr>
          <a:xfrm>
            <a:off x="6819900" y="3473819"/>
            <a:ext cx="5124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5A27"/>
                </a:solidFill>
              </a:rPr>
              <a:t>Statistiques Enrichies</a:t>
            </a:r>
            <a:endParaRPr lang="en-US" sz="1500" dirty="0"/>
          </a:p>
        </p:txBody>
      </p:sp>
      <p:sp>
        <p:nvSpPr>
          <p:cNvPr id="62" name="SK-34-text-32">
            <a:extLst>
              <a:ext uri="{FF2B5EF4-FFF2-40B4-BE49-F238E27FC236}">
                <a16:creationId xmlns:a16="http://schemas.microsoft.com/office/drawing/2014/main" id="{3E3AFA06-675A-EBF3-5D26-9E7DA149D4D0}"/>
              </a:ext>
            </a:extLst>
          </p:cNvPr>
          <p:cNvSpPr/>
          <p:nvPr/>
        </p:nvSpPr>
        <p:spPr>
          <a:xfrm>
            <a:off x="6324600" y="3938525"/>
            <a:ext cx="518160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de tableaux de bord avancés incluant des prévisions de chiffre d'affaires, des analyses de rentabilité par type de prestation et des rapports d'activité saisonniers.</a:t>
            </a:r>
            <a:endParaRPr lang="en-US" sz="1200" dirty="0"/>
          </a:p>
        </p:txBody>
      </p:sp>
      <p:pic>
        <p:nvPicPr>
          <p:cNvPr id="70" name="SK-34-img-17" descr="preencoded.png">
            <a:extLst>
              <a:ext uri="{FF2B5EF4-FFF2-40B4-BE49-F238E27FC236}">
                <a16:creationId xmlns:a16="http://schemas.microsoft.com/office/drawing/2014/main" id="{EC36A5C6-8100-4F10-D740-11F3F847CDB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500" y="5485358"/>
            <a:ext cx="11049000" cy="590550"/>
          </a:xfrm>
          <a:prstGeom prst="rect">
            <a:avLst/>
          </a:prstGeom>
        </p:spPr>
      </p:pic>
      <p:pic>
        <p:nvPicPr>
          <p:cNvPr id="72" name="SK-34-img-18" descr="preencoded.png">
            <a:extLst>
              <a:ext uri="{FF2B5EF4-FFF2-40B4-BE49-F238E27FC236}">
                <a16:creationId xmlns:a16="http://schemas.microsoft.com/office/drawing/2014/main" id="{4D9C6DF6-B222-2319-8D7C-C34E75A35755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4975" y="5710089"/>
            <a:ext cx="238125" cy="190500"/>
          </a:xfrm>
          <a:prstGeom prst="rect">
            <a:avLst/>
          </a:prstGeom>
        </p:spPr>
      </p:pic>
      <p:sp>
        <p:nvSpPr>
          <p:cNvPr id="74" name="SK-34-text-29">
            <a:extLst>
              <a:ext uri="{FF2B5EF4-FFF2-40B4-BE49-F238E27FC236}">
                <a16:creationId xmlns:a16="http://schemas.microsoft.com/office/drawing/2014/main" id="{6B60E16F-A546-32E2-6277-36F916059E05}"/>
              </a:ext>
            </a:extLst>
          </p:cNvPr>
          <p:cNvSpPr/>
          <p:nvPr/>
        </p:nvSpPr>
        <p:spPr>
          <a:xfrm>
            <a:off x="2009775" y="5637758"/>
            <a:ext cx="93821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1B4D"/>
                </a:solidFill>
              </a:rPr>
              <a:t> Une architecture modulaire pensée pour accompagner la croissance de la micro-entreprise.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8609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4" grpId="0" animBg="1"/>
      <p:bldP spid="56" grpId="0" animBg="1"/>
      <p:bldP spid="58" grpId="0" animBg="1"/>
      <p:bldP spid="60" grpId="0" animBg="1"/>
      <p:bldP spid="6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B22223C-3342-7EF1-1561-A747E722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Introduction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3BB82DC-0DDD-B6A4-FB78-2799DC26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FM Abattage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DF0758-AFEA-5732-7EF4-C465AC57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6D25F-D9FE-4322-A404-46B310A58207}" type="slidenum">
              <a:rPr lang="fr-FR" smtClean="0"/>
              <a:t>35</a:t>
            </a:fld>
            <a:endParaRPr lang="fr-FR"/>
          </a:p>
        </p:txBody>
      </p:sp>
      <p:pic>
        <p:nvPicPr>
          <p:cNvPr id="6" name="SK-35-img-1" descr="preencoded.png">
            <a:extLst>
              <a:ext uri="{FF2B5EF4-FFF2-40B4-BE49-F238E27FC236}">
                <a16:creationId xmlns:a16="http://schemas.microsoft.com/office/drawing/2014/main" id="{37E9868F-4F2A-5B38-2150-80447EC3A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SK-35-img-2" descr="preencoded.png">
            <a:extLst>
              <a:ext uri="{FF2B5EF4-FFF2-40B4-BE49-F238E27FC236}">
                <a16:creationId xmlns:a16="http://schemas.microsoft.com/office/drawing/2014/main" id="{88B2996F-74AC-D541-395A-061730BAB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SK-35-img-3" descr="preencoded.png">
            <a:extLst>
              <a:ext uri="{FF2B5EF4-FFF2-40B4-BE49-F238E27FC236}">
                <a16:creationId xmlns:a16="http://schemas.microsoft.com/office/drawing/2014/main" id="{B6AAEC3F-E3E0-AFBD-220F-E5EB1BF86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16" name="SK-35-img-6" descr="preencoded.png">
            <a:extLst>
              <a:ext uri="{FF2B5EF4-FFF2-40B4-BE49-F238E27FC236}">
                <a16:creationId xmlns:a16="http://schemas.microsoft.com/office/drawing/2014/main" id="{4CDBFAEB-16DB-ED2A-12AD-BF9F237F8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94996"/>
            <a:ext cx="1414463" cy="352425"/>
          </a:xfrm>
          <a:prstGeom prst="rect">
            <a:avLst/>
          </a:prstGeom>
        </p:spPr>
      </p:pic>
      <p:pic>
        <p:nvPicPr>
          <p:cNvPr id="18" name="SK-35-img-7" descr="preencoded.png">
            <a:extLst>
              <a:ext uri="{FF2B5EF4-FFF2-40B4-BE49-F238E27FC236}">
                <a16:creationId xmlns:a16="http://schemas.microsoft.com/office/drawing/2014/main" id="{45175F1C-AD5B-BD0C-FBD0-118E452727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6502598"/>
            <a:ext cx="166688" cy="137220"/>
          </a:xfrm>
          <a:prstGeom prst="rect">
            <a:avLst/>
          </a:prstGeom>
        </p:spPr>
      </p:pic>
      <p:pic>
        <p:nvPicPr>
          <p:cNvPr id="20" name="SK-35-img-8" descr="preencoded.png">
            <a:extLst>
              <a:ext uri="{FF2B5EF4-FFF2-40B4-BE49-F238E27FC236}">
                <a16:creationId xmlns:a16="http://schemas.microsoft.com/office/drawing/2014/main" id="{461B00A5-9E74-9C40-6F2D-0E7AF0AC5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8363" y="6394996"/>
            <a:ext cx="1938337" cy="352425"/>
          </a:xfrm>
          <a:prstGeom prst="rect">
            <a:avLst/>
          </a:prstGeom>
        </p:spPr>
      </p:pic>
      <p:pic>
        <p:nvPicPr>
          <p:cNvPr id="22" name="SK-35-img-9" descr="preencoded.png">
            <a:extLst>
              <a:ext uri="{FF2B5EF4-FFF2-40B4-BE49-F238E27FC236}">
                <a16:creationId xmlns:a16="http://schemas.microsoft.com/office/drawing/2014/main" id="{5F1B94DC-2D37-F27A-F76C-A00EE5839A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0763" y="6502598"/>
            <a:ext cx="166688" cy="137220"/>
          </a:xfrm>
          <a:prstGeom prst="rect">
            <a:avLst/>
          </a:prstGeom>
        </p:spPr>
      </p:pic>
      <p:pic>
        <p:nvPicPr>
          <p:cNvPr id="24" name="SK-35-img-10" descr="preencoded.png">
            <a:extLst>
              <a:ext uri="{FF2B5EF4-FFF2-40B4-BE49-F238E27FC236}">
                <a16:creationId xmlns:a16="http://schemas.microsoft.com/office/drawing/2014/main" id="{1D59488A-77FB-B2A1-BBCE-E8240CD6CC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6394996"/>
            <a:ext cx="2728913" cy="352425"/>
          </a:xfrm>
          <a:prstGeom prst="rect">
            <a:avLst/>
          </a:prstGeom>
        </p:spPr>
      </p:pic>
      <p:pic>
        <p:nvPicPr>
          <p:cNvPr id="26" name="SK-35-img-11" descr="preencoded.png">
            <a:extLst>
              <a:ext uri="{FF2B5EF4-FFF2-40B4-BE49-F238E27FC236}">
                <a16:creationId xmlns:a16="http://schemas.microsoft.com/office/drawing/2014/main" id="{B4776598-6518-62DA-F9D9-C71A2536F8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500" y="6502598"/>
            <a:ext cx="166688" cy="137220"/>
          </a:xfrm>
          <a:prstGeom prst="rect">
            <a:avLst/>
          </a:prstGeom>
        </p:spPr>
      </p:pic>
      <p:pic>
        <p:nvPicPr>
          <p:cNvPr id="28" name="SK-35-img-12" descr="preencoded.png">
            <a:extLst>
              <a:ext uri="{FF2B5EF4-FFF2-40B4-BE49-F238E27FC236}">
                <a16:creationId xmlns:a16="http://schemas.microsoft.com/office/drawing/2014/main" id="{DF9A0F4E-E7E3-C132-8B4A-8CD1DC16C2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9650" y="1251496"/>
            <a:ext cx="2990850" cy="5495925"/>
          </a:xfrm>
          <a:prstGeom prst="rect">
            <a:avLst/>
          </a:prstGeom>
        </p:spPr>
      </p:pic>
      <p:pic>
        <p:nvPicPr>
          <p:cNvPr id="30" name="SK-35-img-13" descr="preencoded.png">
            <a:extLst>
              <a:ext uri="{FF2B5EF4-FFF2-40B4-BE49-F238E27FC236}">
                <a16:creationId xmlns:a16="http://schemas.microsoft.com/office/drawing/2014/main" id="{67BCAD22-9AC7-F6CE-416C-6888EC785C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6850" y="2077789"/>
            <a:ext cx="381000" cy="38100"/>
          </a:xfrm>
          <a:prstGeom prst="rect">
            <a:avLst/>
          </a:prstGeom>
        </p:spPr>
      </p:pic>
      <p:pic>
        <p:nvPicPr>
          <p:cNvPr id="32" name="SK-35-img-14" descr="preencoded.png">
            <a:extLst>
              <a:ext uri="{FF2B5EF4-FFF2-40B4-BE49-F238E27FC236}">
                <a16:creationId xmlns:a16="http://schemas.microsoft.com/office/drawing/2014/main" id="{137FAB4F-DF25-FEBE-7838-93EF1C4B13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9700" y="4174480"/>
            <a:ext cx="178594" cy="148828"/>
          </a:xfrm>
          <a:prstGeom prst="rect">
            <a:avLst/>
          </a:prstGeom>
        </p:spPr>
      </p:pic>
      <p:sp>
        <p:nvSpPr>
          <p:cNvPr id="34" name="SK-35-text-15">
            <a:extLst>
              <a:ext uri="{FF2B5EF4-FFF2-40B4-BE49-F238E27FC236}">
                <a16:creationId xmlns:a16="http://schemas.microsoft.com/office/drawing/2014/main" id="{92634B17-3870-2644-3332-D04272AC9303}"/>
              </a:ext>
            </a:extLst>
          </p:cNvPr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2D5A27"/>
                </a:solidFill>
              </a:rPr>
              <a:t>SOUTENANCE TITRE PROFESSIONNEL DWWM</a:t>
            </a:r>
            <a:endParaRPr lang="en-US" sz="1050" dirty="0"/>
          </a:p>
        </p:txBody>
      </p:sp>
      <p:sp>
        <p:nvSpPr>
          <p:cNvPr id="36" name="SK-35-text-16">
            <a:extLst>
              <a:ext uri="{FF2B5EF4-FFF2-40B4-BE49-F238E27FC236}">
                <a16:creationId xmlns:a16="http://schemas.microsoft.com/office/drawing/2014/main" id="{3674A5BF-0FB3-ADBF-4AB2-8F4750C395D1}"/>
              </a:ext>
            </a:extLst>
          </p:cNvPr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19"/>
                </a:solidFill>
              </a:rPr>
              <a:t>Merci pour votre attention</a:t>
            </a:r>
            <a:endParaRPr lang="en-US" sz="2400" dirty="0"/>
          </a:p>
        </p:txBody>
      </p:sp>
      <p:sp>
        <p:nvSpPr>
          <p:cNvPr id="38" name="SK-35-text-17">
            <a:extLst>
              <a:ext uri="{FF2B5EF4-FFF2-40B4-BE49-F238E27FC236}">
                <a16:creationId xmlns:a16="http://schemas.microsoft.com/office/drawing/2014/main" id="{72885F14-DE9B-AABA-3CF6-F7A51A45C811}"/>
              </a:ext>
            </a:extLst>
          </p:cNvPr>
          <p:cNvSpPr/>
          <p:nvPr/>
        </p:nvSpPr>
        <p:spPr>
          <a:xfrm>
            <a:off x="2943225" y="1849189"/>
            <a:ext cx="428333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500"/>
              </a:lnSpc>
              <a:buNone/>
            </a:pPr>
            <a:r>
              <a:rPr lang="en-US" sz="10500" b="1" kern="0" spc="-240" dirty="0">
                <a:solidFill>
                  <a:srgbClr val="2D5A27"/>
                </a:solidFill>
              </a:rPr>
              <a:t>MERC I</a:t>
            </a:r>
            <a:endParaRPr lang="en-US" sz="10500" dirty="0"/>
          </a:p>
        </p:txBody>
      </p:sp>
      <p:sp>
        <p:nvSpPr>
          <p:cNvPr id="40" name="SK-35-text-18">
            <a:extLst>
              <a:ext uri="{FF2B5EF4-FFF2-40B4-BE49-F238E27FC236}">
                <a16:creationId xmlns:a16="http://schemas.microsoft.com/office/drawing/2014/main" id="{2E16E440-1F44-FD18-7DB2-FA6D51D89ECA}"/>
              </a:ext>
            </a:extLst>
          </p:cNvPr>
          <p:cNvSpPr/>
          <p:nvPr/>
        </p:nvSpPr>
        <p:spPr>
          <a:xfrm>
            <a:off x="571500" y="3373189"/>
            <a:ext cx="7829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4A5D48"/>
                </a:solidFill>
              </a:rPr>
              <a:t>Questions ?</a:t>
            </a:r>
            <a:endParaRPr lang="en-US" sz="3600" dirty="0"/>
          </a:p>
        </p:txBody>
      </p:sp>
      <p:sp>
        <p:nvSpPr>
          <p:cNvPr id="44" name="SK-35-text-20">
            <a:extLst>
              <a:ext uri="{FF2B5EF4-FFF2-40B4-BE49-F238E27FC236}">
                <a16:creationId xmlns:a16="http://schemas.microsoft.com/office/drawing/2014/main" id="{18E0E492-4B41-D810-0B03-F9BBE21D9E43}"/>
              </a:ext>
            </a:extLst>
          </p:cNvPr>
          <p:cNvSpPr/>
          <p:nvPr/>
        </p:nvSpPr>
        <p:spPr>
          <a:xfrm>
            <a:off x="966788" y="6394996"/>
            <a:ext cx="1757526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 réalisé</a:t>
            </a:r>
            <a:endParaRPr lang="en-US" sz="1050" dirty="0"/>
          </a:p>
        </p:txBody>
      </p:sp>
      <p:sp>
        <p:nvSpPr>
          <p:cNvPr id="46" name="SK-35-text-21">
            <a:extLst>
              <a:ext uri="{FF2B5EF4-FFF2-40B4-BE49-F238E27FC236}">
                <a16:creationId xmlns:a16="http://schemas.microsoft.com/office/drawing/2014/main" id="{1ECFCCD5-18FC-37AA-6F98-A79D63FF2DF8}"/>
              </a:ext>
            </a:extLst>
          </p:cNvPr>
          <p:cNvSpPr/>
          <p:nvPr/>
        </p:nvSpPr>
        <p:spPr>
          <a:xfrm>
            <a:off x="2533650" y="6394996"/>
            <a:ext cx="2697143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déployée</a:t>
            </a:r>
            <a:endParaRPr lang="en-US" sz="1050" dirty="0"/>
          </a:p>
        </p:txBody>
      </p:sp>
      <p:sp>
        <p:nvSpPr>
          <p:cNvPr id="48" name="SK-35-text-22">
            <a:extLst>
              <a:ext uri="{FF2B5EF4-FFF2-40B4-BE49-F238E27FC236}">
                <a16:creationId xmlns:a16="http://schemas.microsoft.com/office/drawing/2014/main" id="{7E9D413B-16C5-FAB0-39F0-ED66E2069BA0}"/>
              </a:ext>
            </a:extLst>
          </p:cNvPr>
          <p:cNvSpPr/>
          <p:nvPr/>
        </p:nvSpPr>
        <p:spPr>
          <a:xfrm>
            <a:off x="4624388" y="6394996"/>
            <a:ext cx="3837967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Compétences DWWM mobilisées</a:t>
            </a:r>
            <a:endParaRPr lang="en-US" sz="1050" dirty="0"/>
          </a:p>
        </p:txBody>
      </p:sp>
      <p:sp>
        <p:nvSpPr>
          <p:cNvPr id="50" name="SK-35-text-23">
            <a:extLst>
              <a:ext uri="{FF2B5EF4-FFF2-40B4-BE49-F238E27FC236}">
                <a16:creationId xmlns:a16="http://schemas.microsoft.com/office/drawing/2014/main" id="{2D2785CB-F15C-7226-A4B0-6BDE15AD2D3E}"/>
              </a:ext>
            </a:extLst>
          </p:cNvPr>
          <p:cNvSpPr/>
          <p:nvPr/>
        </p:nvSpPr>
        <p:spPr>
          <a:xfrm>
            <a:off x="9086850" y="2268289"/>
            <a:ext cx="26098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</a:t>
            </a:r>
            <a:endParaRPr lang="en-US" sz="900" dirty="0"/>
          </a:p>
        </p:txBody>
      </p:sp>
      <p:sp>
        <p:nvSpPr>
          <p:cNvPr id="52" name="SK-35-text-24">
            <a:extLst>
              <a:ext uri="{FF2B5EF4-FFF2-40B4-BE49-F238E27FC236}">
                <a16:creationId xmlns:a16="http://schemas.microsoft.com/office/drawing/2014/main" id="{62412B92-CBB1-B1C9-6D9B-02A658C4D4C3}"/>
              </a:ext>
            </a:extLst>
          </p:cNvPr>
          <p:cNvSpPr/>
          <p:nvPr/>
        </p:nvSpPr>
        <p:spPr>
          <a:xfrm>
            <a:off x="9086850" y="2515939"/>
            <a:ext cx="310515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Meunier Lydie</a:t>
            </a:r>
            <a:endParaRPr lang="en-US" sz="1350" dirty="0"/>
          </a:p>
        </p:txBody>
      </p:sp>
      <p:sp>
        <p:nvSpPr>
          <p:cNvPr id="54" name="SK-35-text-25">
            <a:extLst>
              <a:ext uri="{FF2B5EF4-FFF2-40B4-BE49-F238E27FC236}">
                <a16:creationId xmlns:a16="http://schemas.microsoft.com/office/drawing/2014/main" id="{7509F5B3-E8ED-5953-F6CA-11BF6A18B8A1}"/>
              </a:ext>
            </a:extLst>
          </p:cNvPr>
          <p:cNvSpPr/>
          <p:nvPr/>
        </p:nvSpPr>
        <p:spPr>
          <a:xfrm>
            <a:off x="9086850" y="3077914"/>
            <a:ext cx="26098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/ DATE</a:t>
            </a:r>
            <a:endParaRPr lang="en-US" sz="900" dirty="0"/>
          </a:p>
        </p:txBody>
      </p:sp>
      <p:sp>
        <p:nvSpPr>
          <p:cNvPr id="56" name="SK-35-text-26">
            <a:extLst>
              <a:ext uri="{FF2B5EF4-FFF2-40B4-BE49-F238E27FC236}">
                <a16:creationId xmlns:a16="http://schemas.microsoft.com/office/drawing/2014/main" id="{65AA27BD-2DC8-4B2C-63B4-2B460CE15EFA}"/>
              </a:ext>
            </a:extLst>
          </p:cNvPr>
          <p:cNvSpPr/>
          <p:nvPr/>
        </p:nvSpPr>
        <p:spPr>
          <a:xfrm>
            <a:off x="9086850" y="3325564"/>
            <a:ext cx="310515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2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Octobre 2026</a:t>
            </a:r>
            <a:endParaRPr lang="en-US" sz="1350" dirty="0"/>
          </a:p>
        </p:txBody>
      </p:sp>
      <p:sp>
        <p:nvSpPr>
          <p:cNvPr id="58" name="SK-35-text-27">
            <a:extLst>
              <a:ext uri="{FF2B5EF4-FFF2-40B4-BE49-F238E27FC236}">
                <a16:creationId xmlns:a16="http://schemas.microsoft.com/office/drawing/2014/main" id="{B8F2D7F0-07F7-790F-BFA9-4A4983C7A856}"/>
              </a:ext>
            </a:extLst>
          </p:cNvPr>
          <p:cNvSpPr/>
          <p:nvPr/>
        </p:nvSpPr>
        <p:spPr>
          <a:xfrm>
            <a:off x="9086850" y="3887539"/>
            <a:ext cx="26098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DÉPÔT GITHUB</a:t>
            </a:r>
            <a:endParaRPr lang="en-US" sz="900" dirty="0"/>
          </a:p>
        </p:txBody>
      </p:sp>
      <p:sp>
        <p:nvSpPr>
          <p:cNvPr id="60" name="SK-35-text-28">
            <a:extLst>
              <a:ext uri="{FF2B5EF4-FFF2-40B4-BE49-F238E27FC236}">
                <a16:creationId xmlns:a16="http://schemas.microsoft.com/office/drawing/2014/main" id="{CDABEB26-C966-B245-A1E1-1B1AF3D12D56}"/>
              </a:ext>
            </a:extLst>
          </p:cNvPr>
          <p:cNvSpPr/>
          <p:nvPr/>
        </p:nvSpPr>
        <p:spPr>
          <a:xfrm>
            <a:off x="9265444" y="4216152"/>
            <a:ext cx="2926556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125" dirty="0">
                <a:solidFill>
                  <a:srgbClr val="2D5A27"/>
                </a:solidFill>
              </a:rPr>
              <a:t>https://github.com/Lydie-pixel/FmAbattage-Management-app</a:t>
            </a:r>
            <a:endParaRPr lang="en-US" sz="1125" dirty="0"/>
          </a:p>
        </p:txBody>
      </p:sp>
      <p:sp>
        <p:nvSpPr>
          <p:cNvPr id="62" name="SK-35-text-29">
            <a:extLst>
              <a:ext uri="{FF2B5EF4-FFF2-40B4-BE49-F238E27FC236}">
                <a16:creationId xmlns:a16="http://schemas.microsoft.com/office/drawing/2014/main" id="{9180904B-468E-AF9F-B928-610A3BFA2885}"/>
              </a:ext>
            </a:extLst>
          </p:cNvPr>
          <p:cNvSpPr/>
          <p:nvPr/>
        </p:nvSpPr>
        <p:spPr>
          <a:xfrm>
            <a:off x="9086850" y="5111502"/>
            <a:ext cx="26098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7A8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</a:t>
            </a:r>
            <a:endParaRPr lang="en-US" sz="900" dirty="0"/>
          </a:p>
        </p:txBody>
      </p:sp>
      <p:sp>
        <p:nvSpPr>
          <p:cNvPr id="64" name="SK-35-text-30">
            <a:extLst>
              <a:ext uri="{FF2B5EF4-FFF2-40B4-BE49-F238E27FC236}">
                <a16:creationId xmlns:a16="http://schemas.microsoft.com/office/drawing/2014/main" id="{4E325F02-C858-3BAF-BDE5-F51DE126E624}"/>
              </a:ext>
            </a:extLst>
          </p:cNvPr>
          <p:cNvSpPr/>
          <p:nvPr/>
        </p:nvSpPr>
        <p:spPr>
          <a:xfrm>
            <a:off x="9086850" y="5359152"/>
            <a:ext cx="26193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5A27"/>
                </a:solidFill>
              </a:rPr>
              <a:t>FM ABATTAGE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926166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6796</TotalTime>
  <Words>2624</Words>
  <Application>Microsoft Office PowerPoint</Application>
  <PresentationFormat>Grand écran</PresentationFormat>
  <Paragraphs>614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Inter</vt:lpstr>
      <vt:lpstr>Montserrat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Lydie Meunier</dc:creator>
  <cp:lastModifiedBy>Lydie Meunier</cp:lastModifiedBy>
  <cp:revision>6</cp:revision>
  <dcterms:created xsi:type="dcterms:W3CDTF">2026-07-29T15:22:43Z</dcterms:created>
  <dcterms:modified xsi:type="dcterms:W3CDTF">2026-10-25T21:55:43Z</dcterms:modified>
</cp:coreProperties>
</file>